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1.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4"/>
  </p:sldMasterIdLst>
  <p:notesMasterIdLst>
    <p:notesMasterId r:id="rId5"/>
  </p:notesMasterIdLst>
  <p:sldIdLst>
    <p:sldId id="256" r:id="rId6"/>
  </p:sldIdLst>
  <p:sldSz cy="32918400" cx="39319200"/>
  <p:notesSz cx="6858000" cy="9144000"/>
  <p:embeddedFontLst>
    <p:embeddedFont>
      <p:font typeface="Roboto"/>
      <p:regular r:id="rId7"/>
      <p:bold r:id="rId8"/>
      <p:italic r:id="rId9"/>
      <p:boldItalic r:id="rId10"/>
    </p:embeddedFont>
    <p:embeddedFont>
      <p:font typeface="Outfit"/>
      <p:regular r:id="rId11"/>
      <p:bold r:id="rId12"/>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pos="12348">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2348"/>
      </p:guideLst>
    </p:cSldViewPr>
  </p:slideViewPr>
</p:viewPr>
</file>

<file path=ppt/_rels/presentation.xml.rels><?xml version="1.0" encoding="UTF-8" standalone="yes"?><Relationships xmlns="http://schemas.openxmlformats.org/package/2006/relationships"><Relationship Id="rId11" Type="http://schemas.openxmlformats.org/officeDocument/2006/relationships/font" Target="fonts/Outfit-regular.fntdata"/><Relationship Id="rId10" Type="http://schemas.openxmlformats.org/officeDocument/2006/relationships/font" Target="fonts/Roboto-boldItalic.fntdata"/><Relationship Id="rId12" Type="http://schemas.openxmlformats.org/officeDocument/2006/relationships/font" Target="fonts/Outfit-bold.fntdata"/><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font" Target="fonts/Roboto-italic.fntdata"/><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font" Target="fonts/Roboto-regular.fntdata"/><Relationship Id="rId8" Type="http://schemas.openxmlformats.org/officeDocument/2006/relationships/font" Target="fonts/Roboto-bold.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1381437" y="685800"/>
            <a:ext cx="40959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www.google.com/search?q=Title&amp;oq=what+is+good+text+font+size+for+a+43+inches+wide+by+36+inches+tall+poster&amp;gs_lcrp=EgZjaHJvbWUyBggAEEUYOTIHCAEQIRiPAjIHCAIQIRiPAtIBCDgzODRqMGoxqAIAsAIA&amp;sourceid=chrome&amp;ie=UTF-8&amp;mstk=AUtExfD_6s9cShgwzla03Gj3M6DfLoUbQRX9WTEtWucMfZSVEoWfI3g5hQK6sJiLHgVW4_MN_hqUlpA74gL1oLIRH9NPgPKfiJoHFphKaiNcrKQiK4VWxFQNuWRUzd3jjfCvJxpguqdiemgPD4kY627VBVsor8Ow8KZDEQk4DR-tUheHnuv2_r1u9hlOUyJL31G66Hqwe0hnnwcO1CreSDgj5-AQRj0bzlO1V_z1SuOLwkeGBGOmd8IjyFnhPirup5_AL0R_i82K3Evv47IHqY-otKutfvWihn0KMmvbs9P5Dz4i4Q&amp;csui=3&amp;ved=2ahUKEwiw1_6c_bCRAxW-5ckDHY5DET8QgK4QegQIARAC" TargetMode="External"/><Relationship Id="rId3" Type="http://schemas.openxmlformats.org/officeDocument/2006/relationships/hyperlink" Target="https://www.google.com/search?q=Body+Text&amp;oq=what+is+good+text+font+size+for+a+43+inches+wide+by+36+inches+tall+poster&amp;gs_lcrp=EgZjaHJvbWUyBggAEEUYOTIHCAEQIRiPAjIHCAIQIRiPAtIBCDgzODRqMGoxqAIAsAIA&amp;sourceid=chrome&amp;ie=UTF-8&amp;mstk=AUtExfD_6s9cShgwzla03Gj3M6DfLoUbQRX9WTEtWucMfZSVEoWfI3g5hQK6sJiLHgVW4_MN_hqUlpA74gL1oLIRH9NPgPKfiJoHFphKaiNcrKQiK4VWxFQNuWRUzd3jjfCvJxpguqdiemgPD4kY627VBVsor8Ow8KZDEQk4DR-tUheHnuv2_r1u9hlOUyJL31G66Hqwe0hnnwcO1CreSDgj5-AQRj0bzlO1V_z1SuOLwkeGBGOmd8IjyFnhPirup5_AL0R_i82K3Evv47IHqY-otKutfvWihn0KMmvbs9P5Dz4i4Q&amp;csui=3&amp;ved=2ahUKEwiw1_6c_bCRAxW-5ckDHY5DET8QgK4QegQIARAD" TargetMode="Externa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 name="Shape 50"/>
        <p:cNvGrpSpPr/>
        <p:nvPr/>
      </p:nvGrpSpPr>
      <p:grpSpPr>
        <a:xfrm>
          <a:off x="0" y="0"/>
          <a:ext cx="0" cy="0"/>
          <a:chOff x="0" y="0"/>
          <a:chExt cx="0" cy="0"/>
        </a:xfrm>
      </p:grpSpPr>
      <p:sp>
        <p:nvSpPr>
          <p:cNvPr id="51" name="Google Shape;51;g3ae52d8cefc_0_13:notes"/>
          <p:cNvSpPr/>
          <p:nvPr>
            <p:ph idx="2" type="sldImg"/>
          </p:nvPr>
        </p:nvSpPr>
        <p:spPr>
          <a:xfrm>
            <a:off x="1381437" y="685800"/>
            <a:ext cx="4095900" cy="3429000"/>
          </a:xfrm>
          <a:custGeom>
            <a:rect b="b" l="l" r="r" t="t"/>
            <a:pathLst>
              <a:path extrusionOk="0" h="120000" w="120000">
                <a:moveTo>
                  <a:pt x="0" y="0"/>
                </a:moveTo>
                <a:lnTo>
                  <a:pt x="120000" y="0"/>
                </a:lnTo>
                <a:lnTo>
                  <a:pt x="120000" y="120000"/>
                </a:lnTo>
                <a:lnTo>
                  <a:pt x="0" y="120000"/>
                </a:lnTo>
                <a:close/>
              </a:path>
            </a:pathLst>
          </a:custGeom>
        </p:spPr>
      </p:sp>
      <p:sp>
        <p:nvSpPr>
          <p:cNvPr id="52" name="Google Shape;52;g3ae52d8cefc_0_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1400" u="sng"/>
              <a:t>Poster Assignments</a:t>
            </a:r>
            <a:endParaRPr sz="1400" u="sng"/>
          </a:p>
          <a:p>
            <a:pPr indent="0" lvl="0" marL="0" rtl="0" algn="l">
              <a:spcBef>
                <a:spcPts val="0"/>
              </a:spcBef>
              <a:spcAft>
                <a:spcPts val="0"/>
              </a:spcAft>
              <a:buNone/>
            </a:pPr>
            <a:r>
              <a:rPr lang="en"/>
              <a:t>Title: </a:t>
            </a:r>
            <a:r>
              <a:rPr b="1" lang="en"/>
              <a:t>All: Old But Gold: Measuring the Age and Metallicity of M2 and M15 Star Clusters  | Chrones in the sky: Estimating the Age of Globular Clusters with Isochrones</a:t>
            </a:r>
            <a:endParaRPr b="1"/>
          </a:p>
          <a:p>
            <a:pPr indent="0" lvl="0" marL="0" rtl="0" algn="l">
              <a:spcBef>
                <a:spcPts val="0"/>
              </a:spcBef>
              <a:spcAft>
                <a:spcPts val="0"/>
              </a:spcAft>
              <a:buNone/>
            </a:pPr>
            <a:r>
              <a:rPr lang="en"/>
              <a:t>Abstract: </a:t>
            </a:r>
            <a:r>
              <a:rPr b="1" lang="en"/>
              <a:t>All</a:t>
            </a:r>
            <a:endParaRPr b="1"/>
          </a:p>
          <a:p>
            <a:pPr indent="0" lvl="0" marL="0" rtl="0" algn="l">
              <a:spcBef>
                <a:spcPts val="0"/>
              </a:spcBef>
              <a:spcAft>
                <a:spcPts val="0"/>
              </a:spcAft>
              <a:buNone/>
            </a:pPr>
            <a:r>
              <a:rPr lang="en"/>
              <a:t>Observations: Brooklyn, Lauren</a:t>
            </a:r>
            <a:endParaRPr/>
          </a:p>
          <a:p>
            <a:pPr indent="0" lvl="0" marL="0" rtl="0" algn="l">
              <a:spcBef>
                <a:spcPts val="0"/>
              </a:spcBef>
              <a:spcAft>
                <a:spcPts val="0"/>
              </a:spcAft>
              <a:buNone/>
            </a:pPr>
            <a:r>
              <a:rPr lang="en"/>
              <a:t>Initial Processing: </a:t>
            </a:r>
            <a:r>
              <a:rPr lang="en">
                <a:solidFill>
                  <a:schemeClr val="dk1"/>
                </a:solidFill>
              </a:rPr>
              <a:t>Kyleigh</a:t>
            </a:r>
            <a:endParaRPr/>
          </a:p>
          <a:p>
            <a:pPr indent="0" lvl="0" marL="0" rtl="0" algn="l">
              <a:spcBef>
                <a:spcPts val="0"/>
              </a:spcBef>
              <a:spcAft>
                <a:spcPts val="0"/>
              </a:spcAft>
              <a:buNone/>
            </a:pPr>
            <a:r>
              <a:rPr lang="en"/>
              <a:t>Cluster Analysis: Adam, Mihir</a:t>
            </a:r>
            <a:endParaRPr/>
          </a:p>
          <a:p>
            <a:pPr indent="0" lvl="0" marL="0" rtl="0" algn="l">
              <a:spcBef>
                <a:spcPts val="0"/>
              </a:spcBef>
              <a:spcAft>
                <a:spcPts val="0"/>
              </a:spcAft>
              <a:buNone/>
            </a:pPr>
            <a:r>
              <a:rPr lang="en"/>
              <a:t>Conclusions: Nicholas, Safyr</a:t>
            </a:r>
            <a:endParaRPr/>
          </a:p>
          <a:p>
            <a:pPr indent="0" lvl="0" marL="0" rtl="0" algn="l">
              <a:spcBef>
                <a:spcPts val="0"/>
              </a:spcBef>
              <a:spcAft>
                <a:spcPts val="0"/>
              </a:spcAft>
              <a:buNone/>
            </a:pPr>
            <a:r>
              <a:rPr lang="en"/>
              <a:t>References: </a:t>
            </a:r>
            <a:r>
              <a:rPr b="1" lang="en"/>
              <a:t>All</a:t>
            </a:r>
            <a:endParaRPr b="1"/>
          </a:p>
          <a:p>
            <a:pPr indent="0" lvl="0" marL="0" rtl="0" algn="l">
              <a:spcBef>
                <a:spcPts val="0"/>
              </a:spcBef>
              <a:spcAft>
                <a:spcPts val="0"/>
              </a:spcAft>
              <a:buNone/>
            </a:pPr>
            <a:r>
              <a:t/>
            </a:r>
            <a:endParaRPr b="1"/>
          </a:p>
          <a:p>
            <a:pPr indent="0" lvl="0" marL="0" rtl="0" algn="l">
              <a:spcBef>
                <a:spcPts val="0"/>
              </a:spcBef>
              <a:spcAft>
                <a:spcPts val="0"/>
              </a:spcAft>
              <a:buNone/>
            </a:pPr>
            <a:r>
              <a:rPr lang="en" sz="1200">
                <a:solidFill>
                  <a:schemeClr val="dk1"/>
                </a:solidFill>
                <a:uFill>
                  <a:noFill/>
                </a:uFill>
                <a:latin typeface="Roboto"/>
                <a:ea typeface="Roboto"/>
                <a:cs typeface="Roboto"/>
                <a:sym typeface="Roboto"/>
                <a:hlinkClick r:id="rId2">
                  <a:extLst>
                    <a:ext uri="{A12FA001-AC4F-418D-AE19-62706E023703}">
                      <ahyp:hlinkClr val="tx"/>
                    </a:ext>
                  </a:extLst>
                </a:hlinkClick>
              </a:rPr>
              <a:t>Title</a:t>
            </a:r>
            <a:r>
              <a:rPr lang="en" sz="1200">
                <a:solidFill>
                  <a:schemeClr val="dk1"/>
                </a:solidFill>
                <a:latin typeface="Roboto"/>
                <a:ea typeface="Roboto"/>
                <a:cs typeface="Roboto"/>
                <a:sym typeface="Roboto"/>
              </a:rPr>
              <a:t> (80-120+ pt), Headings (40-60 pt), and </a:t>
            </a:r>
            <a:r>
              <a:rPr lang="en" sz="1200">
                <a:solidFill>
                  <a:schemeClr val="dk1"/>
                </a:solidFill>
                <a:uFill>
                  <a:noFill/>
                </a:uFill>
                <a:latin typeface="Roboto"/>
                <a:ea typeface="Roboto"/>
                <a:cs typeface="Roboto"/>
                <a:sym typeface="Roboto"/>
                <a:hlinkClick r:id="rId3">
                  <a:extLst>
                    <a:ext uri="{A12FA001-AC4F-418D-AE19-62706E023703}">
                      <ahyp:hlinkClr val="tx"/>
                    </a:ext>
                  </a:extLst>
                </a:hlinkClick>
              </a:rPr>
              <a:t>Body Text</a:t>
            </a:r>
            <a:r>
              <a:rPr lang="en" sz="1200">
                <a:solidFill>
                  <a:schemeClr val="dk1"/>
                </a:solidFill>
                <a:latin typeface="Roboto"/>
                <a:ea typeface="Roboto"/>
                <a:cs typeface="Roboto"/>
                <a:sym typeface="Roboto"/>
              </a:rPr>
              <a:t> (28-40 pt)</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1340346" y="4765280"/>
            <a:ext cx="36638700" cy="13136700"/>
          </a:xfrm>
          <a:prstGeom prst="rect">
            <a:avLst/>
          </a:prstGeom>
        </p:spPr>
        <p:txBody>
          <a:bodyPr anchorCtr="0" anchor="b" bIns="457125" lIns="457125" spcFirstLastPara="1" rIns="457125" wrap="square" tIns="457125">
            <a:normAutofit/>
          </a:bodyPr>
          <a:lstStyle>
            <a:lvl1pPr lvl="0" algn="ctr">
              <a:spcBef>
                <a:spcPts val="0"/>
              </a:spcBef>
              <a:spcAft>
                <a:spcPts val="0"/>
              </a:spcAft>
              <a:buSzPts val="26000"/>
              <a:buNone/>
              <a:defRPr sz="26000"/>
            </a:lvl1pPr>
            <a:lvl2pPr lvl="1" algn="ctr">
              <a:spcBef>
                <a:spcPts val="0"/>
              </a:spcBef>
              <a:spcAft>
                <a:spcPts val="0"/>
              </a:spcAft>
              <a:buSzPts val="26000"/>
              <a:buNone/>
              <a:defRPr sz="26000"/>
            </a:lvl2pPr>
            <a:lvl3pPr lvl="2" algn="ctr">
              <a:spcBef>
                <a:spcPts val="0"/>
              </a:spcBef>
              <a:spcAft>
                <a:spcPts val="0"/>
              </a:spcAft>
              <a:buSzPts val="26000"/>
              <a:buNone/>
              <a:defRPr sz="26000"/>
            </a:lvl3pPr>
            <a:lvl4pPr lvl="3" algn="ctr">
              <a:spcBef>
                <a:spcPts val="0"/>
              </a:spcBef>
              <a:spcAft>
                <a:spcPts val="0"/>
              </a:spcAft>
              <a:buSzPts val="26000"/>
              <a:buNone/>
              <a:defRPr sz="26000"/>
            </a:lvl4pPr>
            <a:lvl5pPr lvl="4" algn="ctr">
              <a:spcBef>
                <a:spcPts val="0"/>
              </a:spcBef>
              <a:spcAft>
                <a:spcPts val="0"/>
              </a:spcAft>
              <a:buSzPts val="26000"/>
              <a:buNone/>
              <a:defRPr sz="26000"/>
            </a:lvl5pPr>
            <a:lvl6pPr lvl="5" algn="ctr">
              <a:spcBef>
                <a:spcPts val="0"/>
              </a:spcBef>
              <a:spcAft>
                <a:spcPts val="0"/>
              </a:spcAft>
              <a:buSzPts val="26000"/>
              <a:buNone/>
              <a:defRPr sz="26000"/>
            </a:lvl6pPr>
            <a:lvl7pPr lvl="6" algn="ctr">
              <a:spcBef>
                <a:spcPts val="0"/>
              </a:spcBef>
              <a:spcAft>
                <a:spcPts val="0"/>
              </a:spcAft>
              <a:buSzPts val="26000"/>
              <a:buNone/>
              <a:defRPr sz="26000"/>
            </a:lvl7pPr>
            <a:lvl8pPr lvl="7" algn="ctr">
              <a:spcBef>
                <a:spcPts val="0"/>
              </a:spcBef>
              <a:spcAft>
                <a:spcPts val="0"/>
              </a:spcAft>
              <a:buSzPts val="26000"/>
              <a:buNone/>
              <a:defRPr sz="26000"/>
            </a:lvl8pPr>
            <a:lvl9pPr lvl="8" algn="ctr">
              <a:spcBef>
                <a:spcPts val="0"/>
              </a:spcBef>
              <a:spcAft>
                <a:spcPts val="0"/>
              </a:spcAft>
              <a:buSzPts val="26000"/>
              <a:buNone/>
              <a:defRPr sz="26000"/>
            </a:lvl9pPr>
          </a:lstStyle>
          <a:p/>
        </p:txBody>
      </p:sp>
      <p:sp>
        <p:nvSpPr>
          <p:cNvPr id="11" name="Google Shape;11;p2"/>
          <p:cNvSpPr txBox="1"/>
          <p:nvPr>
            <p:ph idx="1" type="subTitle"/>
          </p:nvPr>
        </p:nvSpPr>
        <p:spPr>
          <a:xfrm>
            <a:off x="1340310" y="18138400"/>
            <a:ext cx="36638700" cy="5072700"/>
          </a:xfrm>
          <a:prstGeom prst="rect">
            <a:avLst/>
          </a:prstGeom>
        </p:spPr>
        <p:txBody>
          <a:bodyPr anchorCtr="0" anchor="t" bIns="457125" lIns="457125" spcFirstLastPara="1" rIns="457125" wrap="square" tIns="457125">
            <a:normAutofit/>
          </a:bodyPr>
          <a:lstStyle>
            <a:lvl1pPr lvl="0" algn="ctr">
              <a:lnSpc>
                <a:spcPct val="100000"/>
              </a:lnSpc>
              <a:spcBef>
                <a:spcPts val="0"/>
              </a:spcBef>
              <a:spcAft>
                <a:spcPts val="0"/>
              </a:spcAft>
              <a:buSzPts val="14000"/>
              <a:buNone/>
              <a:defRPr sz="14000"/>
            </a:lvl1pPr>
            <a:lvl2pPr lvl="1" algn="ctr">
              <a:lnSpc>
                <a:spcPct val="100000"/>
              </a:lnSpc>
              <a:spcBef>
                <a:spcPts val="0"/>
              </a:spcBef>
              <a:spcAft>
                <a:spcPts val="0"/>
              </a:spcAft>
              <a:buSzPts val="14000"/>
              <a:buNone/>
              <a:defRPr sz="14000"/>
            </a:lvl2pPr>
            <a:lvl3pPr lvl="2" algn="ctr">
              <a:lnSpc>
                <a:spcPct val="100000"/>
              </a:lnSpc>
              <a:spcBef>
                <a:spcPts val="0"/>
              </a:spcBef>
              <a:spcAft>
                <a:spcPts val="0"/>
              </a:spcAft>
              <a:buSzPts val="14000"/>
              <a:buNone/>
              <a:defRPr sz="14000"/>
            </a:lvl3pPr>
            <a:lvl4pPr lvl="3" algn="ctr">
              <a:lnSpc>
                <a:spcPct val="100000"/>
              </a:lnSpc>
              <a:spcBef>
                <a:spcPts val="0"/>
              </a:spcBef>
              <a:spcAft>
                <a:spcPts val="0"/>
              </a:spcAft>
              <a:buSzPts val="14000"/>
              <a:buNone/>
              <a:defRPr sz="14000"/>
            </a:lvl4pPr>
            <a:lvl5pPr lvl="4" algn="ctr">
              <a:lnSpc>
                <a:spcPct val="100000"/>
              </a:lnSpc>
              <a:spcBef>
                <a:spcPts val="0"/>
              </a:spcBef>
              <a:spcAft>
                <a:spcPts val="0"/>
              </a:spcAft>
              <a:buSzPts val="14000"/>
              <a:buNone/>
              <a:defRPr sz="14000"/>
            </a:lvl5pPr>
            <a:lvl6pPr lvl="5" algn="ctr">
              <a:lnSpc>
                <a:spcPct val="100000"/>
              </a:lnSpc>
              <a:spcBef>
                <a:spcPts val="0"/>
              </a:spcBef>
              <a:spcAft>
                <a:spcPts val="0"/>
              </a:spcAft>
              <a:buSzPts val="14000"/>
              <a:buNone/>
              <a:defRPr sz="14000"/>
            </a:lvl6pPr>
            <a:lvl7pPr lvl="6" algn="ctr">
              <a:lnSpc>
                <a:spcPct val="100000"/>
              </a:lnSpc>
              <a:spcBef>
                <a:spcPts val="0"/>
              </a:spcBef>
              <a:spcAft>
                <a:spcPts val="0"/>
              </a:spcAft>
              <a:buSzPts val="14000"/>
              <a:buNone/>
              <a:defRPr sz="14000"/>
            </a:lvl7pPr>
            <a:lvl8pPr lvl="7" algn="ctr">
              <a:lnSpc>
                <a:spcPct val="100000"/>
              </a:lnSpc>
              <a:spcBef>
                <a:spcPts val="0"/>
              </a:spcBef>
              <a:spcAft>
                <a:spcPts val="0"/>
              </a:spcAft>
              <a:buSzPts val="14000"/>
              <a:buNone/>
              <a:defRPr sz="14000"/>
            </a:lvl8pPr>
            <a:lvl9pPr lvl="8" algn="ctr">
              <a:lnSpc>
                <a:spcPct val="100000"/>
              </a:lnSpc>
              <a:spcBef>
                <a:spcPts val="0"/>
              </a:spcBef>
              <a:spcAft>
                <a:spcPts val="0"/>
              </a:spcAft>
              <a:buSzPts val="14000"/>
              <a:buNone/>
              <a:defRPr sz="14000"/>
            </a:lvl9pPr>
          </a:lstStyle>
          <a:p/>
        </p:txBody>
      </p:sp>
      <p:sp>
        <p:nvSpPr>
          <p:cNvPr id="12" name="Google Shape;12;p2"/>
          <p:cNvSpPr txBox="1"/>
          <p:nvPr>
            <p:ph idx="12" type="sldNum"/>
          </p:nvPr>
        </p:nvSpPr>
        <p:spPr>
          <a:xfrm>
            <a:off x="36431569" y="29844588"/>
            <a:ext cx="2359500" cy="2519100"/>
          </a:xfrm>
          <a:prstGeom prst="rect">
            <a:avLst/>
          </a:prstGeom>
        </p:spPr>
        <p:txBody>
          <a:bodyPr anchorCtr="0" anchor="ctr" bIns="457125" lIns="457125" spcFirstLastPara="1" rIns="457125" wrap="square" tIns="457125">
            <a:normAutofit/>
          </a:bodyPr>
          <a:lstStyle>
            <a:lvl1pPr lvl="0">
              <a:buNone/>
              <a:defRPr sz="5000"/>
            </a:lvl1pPr>
            <a:lvl2pPr lvl="1">
              <a:buNone/>
              <a:defRPr sz="5000"/>
            </a:lvl2pPr>
            <a:lvl3pPr lvl="2">
              <a:buNone/>
              <a:defRPr sz="5000"/>
            </a:lvl3pPr>
            <a:lvl4pPr lvl="3">
              <a:buNone/>
              <a:defRPr sz="5000"/>
            </a:lvl4pPr>
            <a:lvl5pPr lvl="4">
              <a:buNone/>
              <a:defRPr sz="5000"/>
            </a:lvl5pPr>
            <a:lvl6pPr lvl="5">
              <a:buNone/>
              <a:defRPr sz="5000"/>
            </a:lvl6pPr>
            <a:lvl7pPr lvl="6">
              <a:buNone/>
              <a:defRPr sz="5000"/>
            </a:lvl7pPr>
            <a:lvl8pPr lvl="7">
              <a:buNone/>
              <a:defRPr sz="5000"/>
            </a:lvl8pPr>
            <a:lvl9pPr lvl="8">
              <a:buNone/>
              <a:defRPr sz="5000"/>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1340310" y="13765440"/>
            <a:ext cx="36638700" cy="5387400"/>
          </a:xfrm>
          <a:prstGeom prst="rect">
            <a:avLst/>
          </a:prstGeom>
        </p:spPr>
        <p:txBody>
          <a:bodyPr anchorCtr="0" anchor="ctr" bIns="457125" lIns="457125" spcFirstLastPara="1" rIns="457125" wrap="square" tIns="457125">
            <a:normAutofit/>
          </a:bodyPr>
          <a:lstStyle>
            <a:lvl1pPr lvl="0" algn="ctr">
              <a:spcBef>
                <a:spcPts val="0"/>
              </a:spcBef>
              <a:spcAft>
                <a:spcPts val="0"/>
              </a:spcAft>
              <a:buSzPts val="18000"/>
              <a:buNone/>
              <a:defRPr sz="18000"/>
            </a:lvl1pPr>
            <a:lvl2pPr lvl="1" algn="ctr">
              <a:spcBef>
                <a:spcPts val="0"/>
              </a:spcBef>
              <a:spcAft>
                <a:spcPts val="0"/>
              </a:spcAft>
              <a:buSzPts val="18000"/>
              <a:buNone/>
              <a:defRPr sz="18000"/>
            </a:lvl2pPr>
            <a:lvl3pPr lvl="2" algn="ctr">
              <a:spcBef>
                <a:spcPts val="0"/>
              </a:spcBef>
              <a:spcAft>
                <a:spcPts val="0"/>
              </a:spcAft>
              <a:buSzPts val="18000"/>
              <a:buNone/>
              <a:defRPr sz="18000"/>
            </a:lvl3pPr>
            <a:lvl4pPr lvl="3" algn="ctr">
              <a:spcBef>
                <a:spcPts val="0"/>
              </a:spcBef>
              <a:spcAft>
                <a:spcPts val="0"/>
              </a:spcAft>
              <a:buSzPts val="18000"/>
              <a:buNone/>
              <a:defRPr sz="18000"/>
            </a:lvl4pPr>
            <a:lvl5pPr lvl="4" algn="ctr">
              <a:spcBef>
                <a:spcPts val="0"/>
              </a:spcBef>
              <a:spcAft>
                <a:spcPts val="0"/>
              </a:spcAft>
              <a:buSzPts val="18000"/>
              <a:buNone/>
              <a:defRPr sz="18000"/>
            </a:lvl5pPr>
            <a:lvl6pPr lvl="5" algn="ctr">
              <a:spcBef>
                <a:spcPts val="0"/>
              </a:spcBef>
              <a:spcAft>
                <a:spcPts val="0"/>
              </a:spcAft>
              <a:buSzPts val="18000"/>
              <a:buNone/>
              <a:defRPr sz="18000"/>
            </a:lvl6pPr>
            <a:lvl7pPr lvl="6" algn="ctr">
              <a:spcBef>
                <a:spcPts val="0"/>
              </a:spcBef>
              <a:spcAft>
                <a:spcPts val="0"/>
              </a:spcAft>
              <a:buSzPts val="18000"/>
              <a:buNone/>
              <a:defRPr sz="18000"/>
            </a:lvl7pPr>
            <a:lvl8pPr lvl="7" algn="ctr">
              <a:spcBef>
                <a:spcPts val="0"/>
              </a:spcBef>
              <a:spcAft>
                <a:spcPts val="0"/>
              </a:spcAft>
              <a:buSzPts val="18000"/>
              <a:buNone/>
              <a:defRPr sz="18000"/>
            </a:lvl8pPr>
            <a:lvl9pPr lvl="8" algn="ctr">
              <a:spcBef>
                <a:spcPts val="0"/>
              </a:spcBef>
              <a:spcAft>
                <a:spcPts val="0"/>
              </a:spcAft>
              <a:buSzPts val="18000"/>
              <a:buNone/>
              <a:defRPr sz="18000"/>
            </a:lvl9pPr>
          </a:lstStyle>
          <a:p/>
        </p:txBody>
      </p:sp>
      <p:sp>
        <p:nvSpPr>
          <p:cNvPr id="15" name="Google Shape;15;p3"/>
          <p:cNvSpPr txBox="1"/>
          <p:nvPr>
            <p:ph idx="12" type="sldNum"/>
          </p:nvPr>
        </p:nvSpPr>
        <p:spPr>
          <a:xfrm>
            <a:off x="36431569" y="29844588"/>
            <a:ext cx="2359500" cy="2519100"/>
          </a:xfrm>
          <a:prstGeom prst="rect">
            <a:avLst/>
          </a:prstGeom>
        </p:spPr>
        <p:txBody>
          <a:bodyPr anchorCtr="0" anchor="ctr" bIns="457125" lIns="457125" spcFirstLastPara="1" rIns="457125" wrap="square" tIns="457125">
            <a:normAutofit/>
          </a:bodyPr>
          <a:lstStyle>
            <a:lvl1pPr lvl="0">
              <a:buNone/>
              <a:defRPr sz="5000"/>
            </a:lvl1pPr>
            <a:lvl2pPr lvl="1">
              <a:buNone/>
              <a:defRPr sz="5000"/>
            </a:lvl2pPr>
            <a:lvl3pPr lvl="2">
              <a:buNone/>
              <a:defRPr sz="5000"/>
            </a:lvl3pPr>
            <a:lvl4pPr lvl="3">
              <a:buNone/>
              <a:defRPr sz="5000"/>
            </a:lvl4pPr>
            <a:lvl5pPr lvl="4">
              <a:buNone/>
              <a:defRPr sz="5000"/>
            </a:lvl5pPr>
            <a:lvl6pPr lvl="5">
              <a:buNone/>
              <a:defRPr sz="5000"/>
            </a:lvl6pPr>
            <a:lvl7pPr lvl="6">
              <a:buNone/>
              <a:defRPr sz="5000"/>
            </a:lvl7pPr>
            <a:lvl8pPr lvl="7">
              <a:buNone/>
              <a:defRPr sz="5000"/>
            </a:lvl8pPr>
            <a:lvl9pPr lvl="8">
              <a:buNone/>
              <a:defRPr sz="5000"/>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1340310" y="2848160"/>
            <a:ext cx="36638700" cy="3665400"/>
          </a:xfrm>
          <a:prstGeom prst="rect">
            <a:avLst/>
          </a:prstGeom>
        </p:spPr>
        <p:txBody>
          <a:bodyPr anchorCtr="0" anchor="t" bIns="457125" lIns="457125" spcFirstLastPara="1" rIns="457125" wrap="square" tIns="457125">
            <a:normAutofit/>
          </a:bodyPr>
          <a:lstStyle>
            <a:lvl1pPr lvl="0">
              <a:spcBef>
                <a:spcPts val="0"/>
              </a:spcBef>
              <a:spcAft>
                <a:spcPts val="0"/>
              </a:spcAft>
              <a:buSzPts val="14000"/>
              <a:buNone/>
              <a:defRPr sz="14000"/>
            </a:lvl1pPr>
            <a:lvl2pPr lvl="1">
              <a:spcBef>
                <a:spcPts val="0"/>
              </a:spcBef>
              <a:spcAft>
                <a:spcPts val="0"/>
              </a:spcAft>
              <a:buSzPts val="14000"/>
              <a:buNone/>
              <a:defRPr sz="14000"/>
            </a:lvl2pPr>
            <a:lvl3pPr lvl="2">
              <a:spcBef>
                <a:spcPts val="0"/>
              </a:spcBef>
              <a:spcAft>
                <a:spcPts val="0"/>
              </a:spcAft>
              <a:buSzPts val="14000"/>
              <a:buNone/>
              <a:defRPr sz="14000"/>
            </a:lvl3pPr>
            <a:lvl4pPr lvl="3">
              <a:spcBef>
                <a:spcPts val="0"/>
              </a:spcBef>
              <a:spcAft>
                <a:spcPts val="0"/>
              </a:spcAft>
              <a:buSzPts val="14000"/>
              <a:buNone/>
              <a:defRPr sz="14000"/>
            </a:lvl4pPr>
            <a:lvl5pPr lvl="4">
              <a:spcBef>
                <a:spcPts val="0"/>
              </a:spcBef>
              <a:spcAft>
                <a:spcPts val="0"/>
              </a:spcAft>
              <a:buSzPts val="14000"/>
              <a:buNone/>
              <a:defRPr sz="14000"/>
            </a:lvl5pPr>
            <a:lvl6pPr lvl="5">
              <a:spcBef>
                <a:spcPts val="0"/>
              </a:spcBef>
              <a:spcAft>
                <a:spcPts val="0"/>
              </a:spcAft>
              <a:buSzPts val="14000"/>
              <a:buNone/>
              <a:defRPr sz="14000"/>
            </a:lvl6pPr>
            <a:lvl7pPr lvl="6">
              <a:spcBef>
                <a:spcPts val="0"/>
              </a:spcBef>
              <a:spcAft>
                <a:spcPts val="0"/>
              </a:spcAft>
              <a:buSzPts val="14000"/>
              <a:buNone/>
              <a:defRPr sz="14000"/>
            </a:lvl7pPr>
            <a:lvl8pPr lvl="7">
              <a:spcBef>
                <a:spcPts val="0"/>
              </a:spcBef>
              <a:spcAft>
                <a:spcPts val="0"/>
              </a:spcAft>
              <a:buSzPts val="14000"/>
              <a:buNone/>
              <a:defRPr sz="14000"/>
            </a:lvl8pPr>
            <a:lvl9pPr lvl="8">
              <a:spcBef>
                <a:spcPts val="0"/>
              </a:spcBef>
              <a:spcAft>
                <a:spcPts val="0"/>
              </a:spcAft>
              <a:buSzPts val="14000"/>
              <a:buNone/>
              <a:defRPr sz="14000"/>
            </a:lvl9pPr>
          </a:lstStyle>
          <a:p/>
        </p:txBody>
      </p:sp>
      <p:sp>
        <p:nvSpPr>
          <p:cNvPr id="18" name="Google Shape;18;p4"/>
          <p:cNvSpPr txBox="1"/>
          <p:nvPr>
            <p:ph idx="1" type="body"/>
          </p:nvPr>
        </p:nvSpPr>
        <p:spPr>
          <a:xfrm>
            <a:off x="1340310" y="7375840"/>
            <a:ext cx="36638700" cy="21864900"/>
          </a:xfrm>
          <a:prstGeom prst="rect">
            <a:avLst/>
          </a:prstGeom>
        </p:spPr>
        <p:txBody>
          <a:bodyPr anchorCtr="0" anchor="t" bIns="457125" lIns="457125" spcFirstLastPara="1" rIns="457125" wrap="square" tIns="457125">
            <a:normAutofit/>
          </a:bodyPr>
          <a:lstStyle>
            <a:lvl1pPr indent="-800100" lvl="0" marL="457200">
              <a:spcBef>
                <a:spcPts val="0"/>
              </a:spcBef>
              <a:spcAft>
                <a:spcPts val="0"/>
              </a:spcAft>
              <a:buSzPts val="9000"/>
              <a:buChar char="●"/>
              <a:defRPr sz="9000"/>
            </a:lvl1pPr>
            <a:lvl2pPr indent="-673100" lvl="1" marL="914400">
              <a:spcBef>
                <a:spcPts val="0"/>
              </a:spcBef>
              <a:spcAft>
                <a:spcPts val="0"/>
              </a:spcAft>
              <a:buSzPts val="7000"/>
              <a:buChar char="○"/>
              <a:defRPr sz="7000"/>
            </a:lvl2pPr>
            <a:lvl3pPr indent="-673100" lvl="2" marL="1371600">
              <a:spcBef>
                <a:spcPts val="0"/>
              </a:spcBef>
              <a:spcAft>
                <a:spcPts val="0"/>
              </a:spcAft>
              <a:buSzPts val="7000"/>
              <a:buChar char="■"/>
              <a:defRPr sz="7000"/>
            </a:lvl3pPr>
            <a:lvl4pPr indent="-673100" lvl="3" marL="1828800">
              <a:spcBef>
                <a:spcPts val="0"/>
              </a:spcBef>
              <a:spcAft>
                <a:spcPts val="0"/>
              </a:spcAft>
              <a:buSzPts val="7000"/>
              <a:buChar char="●"/>
              <a:defRPr sz="7000"/>
            </a:lvl4pPr>
            <a:lvl5pPr indent="-673100" lvl="4" marL="2286000">
              <a:spcBef>
                <a:spcPts val="0"/>
              </a:spcBef>
              <a:spcAft>
                <a:spcPts val="0"/>
              </a:spcAft>
              <a:buSzPts val="7000"/>
              <a:buChar char="○"/>
              <a:defRPr sz="7000"/>
            </a:lvl5pPr>
            <a:lvl6pPr indent="-673100" lvl="5" marL="2743200">
              <a:spcBef>
                <a:spcPts val="0"/>
              </a:spcBef>
              <a:spcAft>
                <a:spcPts val="0"/>
              </a:spcAft>
              <a:buSzPts val="7000"/>
              <a:buChar char="■"/>
              <a:defRPr sz="7000"/>
            </a:lvl6pPr>
            <a:lvl7pPr indent="-673100" lvl="6" marL="3200400">
              <a:spcBef>
                <a:spcPts val="0"/>
              </a:spcBef>
              <a:spcAft>
                <a:spcPts val="0"/>
              </a:spcAft>
              <a:buSzPts val="7000"/>
              <a:buChar char="●"/>
              <a:defRPr sz="7000"/>
            </a:lvl7pPr>
            <a:lvl8pPr indent="-673100" lvl="7" marL="3657600">
              <a:spcBef>
                <a:spcPts val="0"/>
              </a:spcBef>
              <a:spcAft>
                <a:spcPts val="0"/>
              </a:spcAft>
              <a:buSzPts val="7000"/>
              <a:buChar char="○"/>
              <a:defRPr sz="7000"/>
            </a:lvl8pPr>
            <a:lvl9pPr indent="-673100" lvl="8" marL="4114800">
              <a:spcBef>
                <a:spcPts val="0"/>
              </a:spcBef>
              <a:spcAft>
                <a:spcPts val="0"/>
              </a:spcAft>
              <a:buSzPts val="7000"/>
              <a:buChar char="■"/>
              <a:defRPr sz="7000"/>
            </a:lvl9pPr>
          </a:lstStyle>
          <a:p/>
        </p:txBody>
      </p:sp>
      <p:sp>
        <p:nvSpPr>
          <p:cNvPr id="19" name="Google Shape;19;p4"/>
          <p:cNvSpPr txBox="1"/>
          <p:nvPr>
            <p:ph idx="12" type="sldNum"/>
          </p:nvPr>
        </p:nvSpPr>
        <p:spPr>
          <a:xfrm>
            <a:off x="36431569" y="29844588"/>
            <a:ext cx="2359500" cy="2519100"/>
          </a:xfrm>
          <a:prstGeom prst="rect">
            <a:avLst/>
          </a:prstGeom>
        </p:spPr>
        <p:txBody>
          <a:bodyPr anchorCtr="0" anchor="ctr" bIns="457125" lIns="457125" spcFirstLastPara="1" rIns="457125" wrap="square" tIns="457125">
            <a:normAutofit/>
          </a:bodyPr>
          <a:lstStyle>
            <a:lvl1pPr lvl="0">
              <a:buNone/>
              <a:defRPr sz="5000"/>
            </a:lvl1pPr>
            <a:lvl2pPr lvl="1">
              <a:buNone/>
              <a:defRPr sz="5000"/>
            </a:lvl2pPr>
            <a:lvl3pPr lvl="2">
              <a:buNone/>
              <a:defRPr sz="5000"/>
            </a:lvl3pPr>
            <a:lvl4pPr lvl="3">
              <a:buNone/>
              <a:defRPr sz="5000"/>
            </a:lvl4pPr>
            <a:lvl5pPr lvl="4">
              <a:buNone/>
              <a:defRPr sz="5000"/>
            </a:lvl5pPr>
            <a:lvl6pPr lvl="5">
              <a:buNone/>
              <a:defRPr sz="5000"/>
            </a:lvl6pPr>
            <a:lvl7pPr lvl="6">
              <a:buNone/>
              <a:defRPr sz="5000"/>
            </a:lvl7pPr>
            <a:lvl8pPr lvl="7">
              <a:buNone/>
              <a:defRPr sz="5000"/>
            </a:lvl8pPr>
            <a:lvl9pPr lvl="8">
              <a:buNone/>
              <a:defRPr sz="5000"/>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1340310" y="2848160"/>
            <a:ext cx="36638700" cy="3665400"/>
          </a:xfrm>
          <a:prstGeom prst="rect">
            <a:avLst/>
          </a:prstGeom>
        </p:spPr>
        <p:txBody>
          <a:bodyPr anchorCtr="0" anchor="t" bIns="457125" lIns="457125" spcFirstLastPara="1" rIns="457125" wrap="square" tIns="457125">
            <a:normAutofit/>
          </a:bodyPr>
          <a:lstStyle>
            <a:lvl1pPr lvl="0">
              <a:spcBef>
                <a:spcPts val="0"/>
              </a:spcBef>
              <a:spcAft>
                <a:spcPts val="0"/>
              </a:spcAft>
              <a:buSzPts val="14000"/>
              <a:buNone/>
              <a:defRPr sz="14000"/>
            </a:lvl1pPr>
            <a:lvl2pPr lvl="1">
              <a:spcBef>
                <a:spcPts val="0"/>
              </a:spcBef>
              <a:spcAft>
                <a:spcPts val="0"/>
              </a:spcAft>
              <a:buSzPts val="14000"/>
              <a:buNone/>
              <a:defRPr sz="14000"/>
            </a:lvl2pPr>
            <a:lvl3pPr lvl="2">
              <a:spcBef>
                <a:spcPts val="0"/>
              </a:spcBef>
              <a:spcAft>
                <a:spcPts val="0"/>
              </a:spcAft>
              <a:buSzPts val="14000"/>
              <a:buNone/>
              <a:defRPr sz="14000"/>
            </a:lvl3pPr>
            <a:lvl4pPr lvl="3">
              <a:spcBef>
                <a:spcPts val="0"/>
              </a:spcBef>
              <a:spcAft>
                <a:spcPts val="0"/>
              </a:spcAft>
              <a:buSzPts val="14000"/>
              <a:buNone/>
              <a:defRPr sz="14000"/>
            </a:lvl4pPr>
            <a:lvl5pPr lvl="4">
              <a:spcBef>
                <a:spcPts val="0"/>
              </a:spcBef>
              <a:spcAft>
                <a:spcPts val="0"/>
              </a:spcAft>
              <a:buSzPts val="14000"/>
              <a:buNone/>
              <a:defRPr sz="14000"/>
            </a:lvl5pPr>
            <a:lvl6pPr lvl="5">
              <a:spcBef>
                <a:spcPts val="0"/>
              </a:spcBef>
              <a:spcAft>
                <a:spcPts val="0"/>
              </a:spcAft>
              <a:buSzPts val="14000"/>
              <a:buNone/>
              <a:defRPr sz="14000"/>
            </a:lvl6pPr>
            <a:lvl7pPr lvl="6">
              <a:spcBef>
                <a:spcPts val="0"/>
              </a:spcBef>
              <a:spcAft>
                <a:spcPts val="0"/>
              </a:spcAft>
              <a:buSzPts val="14000"/>
              <a:buNone/>
              <a:defRPr sz="14000"/>
            </a:lvl7pPr>
            <a:lvl8pPr lvl="7">
              <a:spcBef>
                <a:spcPts val="0"/>
              </a:spcBef>
              <a:spcAft>
                <a:spcPts val="0"/>
              </a:spcAft>
              <a:buSzPts val="14000"/>
              <a:buNone/>
              <a:defRPr sz="14000"/>
            </a:lvl8pPr>
            <a:lvl9pPr lvl="8">
              <a:spcBef>
                <a:spcPts val="0"/>
              </a:spcBef>
              <a:spcAft>
                <a:spcPts val="0"/>
              </a:spcAft>
              <a:buSzPts val="14000"/>
              <a:buNone/>
              <a:defRPr sz="14000"/>
            </a:lvl9pPr>
          </a:lstStyle>
          <a:p/>
        </p:txBody>
      </p:sp>
      <p:sp>
        <p:nvSpPr>
          <p:cNvPr id="22" name="Google Shape;22;p5"/>
          <p:cNvSpPr txBox="1"/>
          <p:nvPr>
            <p:ph idx="1" type="body"/>
          </p:nvPr>
        </p:nvSpPr>
        <p:spPr>
          <a:xfrm>
            <a:off x="1340310" y="7375840"/>
            <a:ext cx="17199600" cy="21864900"/>
          </a:xfrm>
          <a:prstGeom prst="rect">
            <a:avLst/>
          </a:prstGeom>
        </p:spPr>
        <p:txBody>
          <a:bodyPr anchorCtr="0" anchor="t" bIns="457125" lIns="457125" spcFirstLastPara="1" rIns="457125" wrap="square" tIns="457125">
            <a:normAutofit/>
          </a:bodyPr>
          <a:lstStyle>
            <a:lvl1pPr indent="-673100" lvl="0" marL="457200">
              <a:spcBef>
                <a:spcPts val="0"/>
              </a:spcBef>
              <a:spcAft>
                <a:spcPts val="0"/>
              </a:spcAft>
              <a:buSzPts val="7000"/>
              <a:buChar char="●"/>
              <a:defRPr sz="7000"/>
            </a:lvl1pPr>
            <a:lvl2pPr indent="-609600" lvl="1" marL="914400">
              <a:spcBef>
                <a:spcPts val="0"/>
              </a:spcBef>
              <a:spcAft>
                <a:spcPts val="0"/>
              </a:spcAft>
              <a:buSzPts val="6000"/>
              <a:buChar char="○"/>
              <a:defRPr sz="6000"/>
            </a:lvl2pPr>
            <a:lvl3pPr indent="-609600" lvl="2" marL="1371600">
              <a:spcBef>
                <a:spcPts val="0"/>
              </a:spcBef>
              <a:spcAft>
                <a:spcPts val="0"/>
              </a:spcAft>
              <a:buSzPts val="6000"/>
              <a:buChar char="■"/>
              <a:defRPr sz="6000"/>
            </a:lvl3pPr>
            <a:lvl4pPr indent="-609600" lvl="3" marL="1828800">
              <a:spcBef>
                <a:spcPts val="0"/>
              </a:spcBef>
              <a:spcAft>
                <a:spcPts val="0"/>
              </a:spcAft>
              <a:buSzPts val="6000"/>
              <a:buChar char="●"/>
              <a:defRPr sz="6000"/>
            </a:lvl4pPr>
            <a:lvl5pPr indent="-609600" lvl="4" marL="2286000">
              <a:spcBef>
                <a:spcPts val="0"/>
              </a:spcBef>
              <a:spcAft>
                <a:spcPts val="0"/>
              </a:spcAft>
              <a:buSzPts val="6000"/>
              <a:buChar char="○"/>
              <a:defRPr sz="6000"/>
            </a:lvl5pPr>
            <a:lvl6pPr indent="-609600" lvl="5" marL="2743200">
              <a:spcBef>
                <a:spcPts val="0"/>
              </a:spcBef>
              <a:spcAft>
                <a:spcPts val="0"/>
              </a:spcAft>
              <a:buSzPts val="6000"/>
              <a:buChar char="■"/>
              <a:defRPr sz="6000"/>
            </a:lvl6pPr>
            <a:lvl7pPr indent="-609600" lvl="6" marL="3200400">
              <a:spcBef>
                <a:spcPts val="0"/>
              </a:spcBef>
              <a:spcAft>
                <a:spcPts val="0"/>
              </a:spcAft>
              <a:buSzPts val="6000"/>
              <a:buChar char="●"/>
              <a:defRPr sz="6000"/>
            </a:lvl7pPr>
            <a:lvl8pPr indent="-609600" lvl="7" marL="3657600">
              <a:spcBef>
                <a:spcPts val="0"/>
              </a:spcBef>
              <a:spcAft>
                <a:spcPts val="0"/>
              </a:spcAft>
              <a:buSzPts val="6000"/>
              <a:buChar char="○"/>
              <a:defRPr sz="6000"/>
            </a:lvl8pPr>
            <a:lvl9pPr indent="-609600" lvl="8" marL="4114800">
              <a:spcBef>
                <a:spcPts val="0"/>
              </a:spcBef>
              <a:spcAft>
                <a:spcPts val="0"/>
              </a:spcAft>
              <a:buSzPts val="6000"/>
              <a:buChar char="■"/>
              <a:defRPr sz="6000"/>
            </a:lvl9pPr>
          </a:lstStyle>
          <a:p/>
        </p:txBody>
      </p:sp>
      <p:sp>
        <p:nvSpPr>
          <p:cNvPr id="23" name="Google Shape;23;p5"/>
          <p:cNvSpPr txBox="1"/>
          <p:nvPr>
            <p:ph idx="2" type="body"/>
          </p:nvPr>
        </p:nvSpPr>
        <p:spPr>
          <a:xfrm>
            <a:off x="20779320" y="7375840"/>
            <a:ext cx="17199600" cy="21864900"/>
          </a:xfrm>
          <a:prstGeom prst="rect">
            <a:avLst/>
          </a:prstGeom>
        </p:spPr>
        <p:txBody>
          <a:bodyPr anchorCtr="0" anchor="t" bIns="457125" lIns="457125" spcFirstLastPara="1" rIns="457125" wrap="square" tIns="457125">
            <a:normAutofit/>
          </a:bodyPr>
          <a:lstStyle>
            <a:lvl1pPr indent="-673100" lvl="0" marL="457200">
              <a:spcBef>
                <a:spcPts val="0"/>
              </a:spcBef>
              <a:spcAft>
                <a:spcPts val="0"/>
              </a:spcAft>
              <a:buSzPts val="7000"/>
              <a:buChar char="●"/>
              <a:defRPr sz="7000"/>
            </a:lvl1pPr>
            <a:lvl2pPr indent="-609600" lvl="1" marL="914400">
              <a:spcBef>
                <a:spcPts val="0"/>
              </a:spcBef>
              <a:spcAft>
                <a:spcPts val="0"/>
              </a:spcAft>
              <a:buSzPts val="6000"/>
              <a:buChar char="○"/>
              <a:defRPr sz="6000"/>
            </a:lvl2pPr>
            <a:lvl3pPr indent="-609600" lvl="2" marL="1371600">
              <a:spcBef>
                <a:spcPts val="0"/>
              </a:spcBef>
              <a:spcAft>
                <a:spcPts val="0"/>
              </a:spcAft>
              <a:buSzPts val="6000"/>
              <a:buChar char="■"/>
              <a:defRPr sz="6000"/>
            </a:lvl3pPr>
            <a:lvl4pPr indent="-609600" lvl="3" marL="1828800">
              <a:spcBef>
                <a:spcPts val="0"/>
              </a:spcBef>
              <a:spcAft>
                <a:spcPts val="0"/>
              </a:spcAft>
              <a:buSzPts val="6000"/>
              <a:buChar char="●"/>
              <a:defRPr sz="6000"/>
            </a:lvl4pPr>
            <a:lvl5pPr indent="-609600" lvl="4" marL="2286000">
              <a:spcBef>
                <a:spcPts val="0"/>
              </a:spcBef>
              <a:spcAft>
                <a:spcPts val="0"/>
              </a:spcAft>
              <a:buSzPts val="6000"/>
              <a:buChar char="○"/>
              <a:defRPr sz="6000"/>
            </a:lvl5pPr>
            <a:lvl6pPr indent="-609600" lvl="5" marL="2743200">
              <a:spcBef>
                <a:spcPts val="0"/>
              </a:spcBef>
              <a:spcAft>
                <a:spcPts val="0"/>
              </a:spcAft>
              <a:buSzPts val="6000"/>
              <a:buChar char="■"/>
              <a:defRPr sz="6000"/>
            </a:lvl6pPr>
            <a:lvl7pPr indent="-609600" lvl="6" marL="3200400">
              <a:spcBef>
                <a:spcPts val="0"/>
              </a:spcBef>
              <a:spcAft>
                <a:spcPts val="0"/>
              </a:spcAft>
              <a:buSzPts val="6000"/>
              <a:buChar char="●"/>
              <a:defRPr sz="6000"/>
            </a:lvl7pPr>
            <a:lvl8pPr indent="-609600" lvl="7" marL="3657600">
              <a:spcBef>
                <a:spcPts val="0"/>
              </a:spcBef>
              <a:spcAft>
                <a:spcPts val="0"/>
              </a:spcAft>
              <a:buSzPts val="6000"/>
              <a:buChar char="○"/>
              <a:defRPr sz="6000"/>
            </a:lvl8pPr>
            <a:lvl9pPr indent="-609600" lvl="8" marL="4114800">
              <a:spcBef>
                <a:spcPts val="0"/>
              </a:spcBef>
              <a:spcAft>
                <a:spcPts val="0"/>
              </a:spcAft>
              <a:buSzPts val="6000"/>
              <a:buChar char="■"/>
              <a:defRPr sz="6000"/>
            </a:lvl9pPr>
          </a:lstStyle>
          <a:p/>
        </p:txBody>
      </p:sp>
      <p:sp>
        <p:nvSpPr>
          <p:cNvPr id="24" name="Google Shape;24;p5"/>
          <p:cNvSpPr txBox="1"/>
          <p:nvPr>
            <p:ph idx="12" type="sldNum"/>
          </p:nvPr>
        </p:nvSpPr>
        <p:spPr>
          <a:xfrm>
            <a:off x="36431569" y="29844588"/>
            <a:ext cx="2359500" cy="2519100"/>
          </a:xfrm>
          <a:prstGeom prst="rect">
            <a:avLst/>
          </a:prstGeom>
        </p:spPr>
        <p:txBody>
          <a:bodyPr anchorCtr="0" anchor="ctr" bIns="457125" lIns="457125" spcFirstLastPara="1" rIns="457125" wrap="square" tIns="457125">
            <a:normAutofit/>
          </a:bodyPr>
          <a:lstStyle>
            <a:lvl1pPr lvl="0">
              <a:buNone/>
              <a:defRPr sz="5000"/>
            </a:lvl1pPr>
            <a:lvl2pPr lvl="1">
              <a:buNone/>
              <a:defRPr sz="5000"/>
            </a:lvl2pPr>
            <a:lvl3pPr lvl="2">
              <a:buNone/>
              <a:defRPr sz="5000"/>
            </a:lvl3pPr>
            <a:lvl4pPr lvl="3">
              <a:buNone/>
              <a:defRPr sz="5000"/>
            </a:lvl4pPr>
            <a:lvl5pPr lvl="4">
              <a:buNone/>
              <a:defRPr sz="5000"/>
            </a:lvl5pPr>
            <a:lvl6pPr lvl="5">
              <a:buNone/>
              <a:defRPr sz="5000"/>
            </a:lvl6pPr>
            <a:lvl7pPr lvl="6">
              <a:buNone/>
              <a:defRPr sz="5000"/>
            </a:lvl7pPr>
            <a:lvl8pPr lvl="7">
              <a:buNone/>
              <a:defRPr sz="5000"/>
            </a:lvl8pPr>
            <a:lvl9pPr lvl="8">
              <a:buNone/>
              <a:defRPr sz="5000"/>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1340310" y="2848160"/>
            <a:ext cx="36638700" cy="3665400"/>
          </a:xfrm>
          <a:prstGeom prst="rect">
            <a:avLst/>
          </a:prstGeom>
        </p:spPr>
        <p:txBody>
          <a:bodyPr anchorCtr="0" anchor="t" bIns="457125" lIns="457125" spcFirstLastPara="1" rIns="457125" wrap="square" tIns="457125">
            <a:normAutofit/>
          </a:bodyPr>
          <a:lstStyle>
            <a:lvl1pPr lvl="0">
              <a:spcBef>
                <a:spcPts val="0"/>
              </a:spcBef>
              <a:spcAft>
                <a:spcPts val="0"/>
              </a:spcAft>
              <a:buSzPts val="14000"/>
              <a:buNone/>
              <a:defRPr sz="14000"/>
            </a:lvl1pPr>
            <a:lvl2pPr lvl="1">
              <a:spcBef>
                <a:spcPts val="0"/>
              </a:spcBef>
              <a:spcAft>
                <a:spcPts val="0"/>
              </a:spcAft>
              <a:buSzPts val="14000"/>
              <a:buNone/>
              <a:defRPr sz="14000"/>
            </a:lvl2pPr>
            <a:lvl3pPr lvl="2">
              <a:spcBef>
                <a:spcPts val="0"/>
              </a:spcBef>
              <a:spcAft>
                <a:spcPts val="0"/>
              </a:spcAft>
              <a:buSzPts val="14000"/>
              <a:buNone/>
              <a:defRPr sz="14000"/>
            </a:lvl3pPr>
            <a:lvl4pPr lvl="3">
              <a:spcBef>
                <a:spcPts val="0"/>
              </a:spcBef>
              <a:spcAft>
                <a:spcPts val="0"/>
              </a:spcAft>
              <a:buSzPts val="14000"/>
              <a:buNone/>
              <a:defRPr sz="14000"/>
            </a:lvl4pPr>
            <a:lvl5pPr lvl="4">
              <a:spcBef>
                <a:spcPts val="0"/>
              </a:spcBef>
              <a:spcAft>
                <a:spcPts val="0"/>
              </a:spcAft>
              <a:buSzPts val="14000"/>
              <a:buNone/>
              <a:defRPr sz="14000"/>
            </a:lvl5pPr>
            <a:lvl6pPr lvl="5">
              <a:spcBef>
                <a:spcPts val="0"/>
              </a:spcBef>
              <a:spcAft>
                <a:spcPts val="0"/>
              </a:spcAft>
              <a:buSzPts val="14000"/>
              <a:buNone/>
              <a:defRPr sz="14000"/>
            </a:lvl6pPr>
            <a:lvl7pPr lvl="6">
              <a:spcBef>
                <a:spcPts val="0"/>
              </a:spcBef>
              <a:spcAft>
                <a:spcPts val="0"/>
              </a:spcAft>
              <a:buSzPts val="14000"/>
              <a:buNone/>
              <a:defRPr sz="14000"/>
            </a:lvl7pPr>
            <a:lvl8pPr lvl="7">
              <a:spcBef>
                <a:spcPts val="0"/>
              </a:spcBef>
              <a:spcAft>
                <a:spcPts val="0"/>
              </a:spcAft>
              <a:buSzPts val="14000"/>
              <a:buNone/>
              <a:defRPr sz="14000"/>
            </a:lvl8pPr>
            <a:lvl9pPr lvl="8">
              <a:spcBef>
                <a:spcPts val="0"/>
              </a:spcBef>
              <a:spcAft>
                <a:spcPts val="0"/>
              </a:spcAft>
              <a:buSzPts val="14000"/>
              <a:buNone/>
              <a:defRPr sz="14000"/>
            </a:lvl9pPr>
          </a:lstStyle>
          <a:p/>
        </p:txBody>
      </p:sp>
      <p:sp>
        <p:nvSpPr>
          <p:cNvPr id="27" name="Google Shape;27;p6"/>
          <p:cNvSpPr txBox="1"/>
          <p:nvPr>
            <p:ph idx="12" type="sldNum"/>
          </p:nvPr>
        </p:nvSpPr>
        <p:spPr>
          <a:xfrm>
            <a:off x="36431569" y="29844588"/>
            <a:ext cx="2359500" cy="2519100"/>
          </a:xfrm>
          <a:prstGeom prst="rect">
            <a:avLst/>
          </a:prstGeom>
        </p:spPr>
        <p:txBody>
          <a:bodyPr anchorCtr="0" anchor="ctr" bIns="457125" lIns="457125" spcFirstLastPara="1" rIns="457125" wrap="square" tIns="457125">
            <a:normAutofit/>
          </a:bodyPr>
          <a:lstStyle>
            <a:lvl1pPr lvl="0">
              <a:buNone/>
              <a:defRPr sz="5000"/>
            </a:lvl1pPr>
            <a:lvl2pPr lvl="1">
              <a:buNone/>
              <a:defRPr sz="5000"/>
            </a:lvl2pPr>
            <a:lvl3pPr lvl="2">
              <a:buNone/>
              <a:defRPr sz="5000"/>
            </a:lvl3pPr>
            <a:lvl4pPr lvl="3">
              <a:buNone/>
              <a:defRPr sz="5000"/>
            </a:lvl4pPr>
            <a:lvl5pPr lvl="4">
              <a:buNone/>
              <a:defRPr sz="5000"/>
            </a:lvl5pPr>
            <a:lvl6pPr lvl="5">
              <a:buNone/>
              <a:defRPr sz="5000"/>
            </a:lvl6pPr>
            <a:lvl7pPr lvl="6">
              <a:buNone/>
              <a:defRPr sz="5000"/>
            </a:lvl7pPr>
            <a:lvl8pPr lvl="7">
              <a:buNone/>
              <a:defRPr sz="5000"/>
            </a:lvl8pPr>
            <a:lvl9pPr lvl="8">
              <a:buNone/>
              <a:defRPr sz="5000"/>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1340310" y="3555840"/>
            <a:ext cx="12074400" cy="4836600"/>
          </a:xfrm>
          <a:prstGeom prst="rect">
            <a:avLst/>
          </a:prstGeom>
        </p:spPr>
        <p:txBody>
          <a:bodyPr anchorCtr="0" anchor="b" bIns="457125" lIns="457125" spcFirstLastPara="1" rIns="457125" wrap="square" tIns="457125">
            <a:normAutofit/>
          </a:bodyPr>
          <a:lstStyle>
            <a:lvl1pPr lvl="0">
              <a:spcBef>
                <a:spcPts val="0"/>
              </a:spcBef>
              <a:spcAft>
                <a:spcPts val="0"/>
              </a:spcAft>
              <a:buSzPts val="12000"/>
              <a:buNone/>
              <a:defRPr sz="12000"/>
            </a:lvl1pPr>
            <a:lvl2pPr lvl="1">
              <a:spcBef>
                <a:spcPts val="0"/>
              </a:spcBef>
              <a:spcAft>
                <a:spcPts val="0"/>
              </a:spcAft>
              <a:buSzPts val="12000"/>
              <a:buNone/>
              <a:defRPr sz="12000"/>
            </a:lvl2pPr>
            <a:lvl3pPr lvl="2">
              <a:spcBef>
                <a:spcPts val="0"/>
              </a:spcBef>
              <a:spcAft>
                <a:spcPts val="0"/>
              </a:spcAft>
              <a:buSzPts val="12000"/>
              <a:buNone/>
              <a:defRPr sz="12000"/>
            </a:lvl3pPr>
            <a:lvl4pPr lvl="3">
              <a:spcBef>
                <a:spcPts val="0"/>
              </a:spcBef>
              <a:spcAft>
                <a:spcPts val="0"/>
              </a:spcAft>
              <a:buSzPts val="12000"/>
              <a:buNone/>
              <a:defRPr sz="12000"/>
            </a:lvl4pPr>
            <a:lvl5pPr lvl="4">
              <a:spcBef>
                <a:spcPts val="0"/>
              </a:spcBef>
              <a:spcAft>
                <a:spcPts val="0"/>
              </a:spcAft>
              <a:buSzPts val="12000"/>
              <a:buNone/>
              <a:defRPr sz="12000"/>
            </a:lvl5pPr>
            <a:lvl6pPr lvl="5">
              <a:spcBef>
                <a:spcPts val="0"/>
              </a:spcBef>
              <a:spcAft>
                <a:spcPts val="0"/>
              </a:spcAft>
              <a:buSzPts val="12000"/>
              <a:buNone/>
              <a:defRPr sz="12000"/>
            </a:lvl6pPr>
            <a:lvl7pPr lvl="6">
              <a:spcBef>
                <a:spcPts val="0"/>
              </a:spcBef>
              <a:spcAft>
                <a:spcPts val="0"/>
              </a:spcAft>
              <a:buSzPts val="12000"/>
              <a:buNone/>
              <a:defRPr sz="12000"/>
            </a:lvl7pPr>
            <a:lvl8pPr lvl="7">
              <a:spcBef>
                <a:spcPts val="0"/>
              </a:spcBef>
              <a:spcAft>
                <a:spcPts val="0"/>
              </a:spcAft>
              <a:buSzPts val="12000"/>
              <a:buNone/>
              <a:defRPr sz="12000"/>
            </a:lvl8pPr>
            <a:lvl9pPr lvl="8">
              <a:spcBef>
                <a:spcPts val="0"/>
              </a:spcBef>
              <a:spcAft>
                <a:spcPts val="0"/>
              </a:spcAft>
              <a:buSzPts val="12000"/>
              <a:buNone/>
              <a:defRPr sz="12000"/>
            </a:lvl9pPr>
          </a:lstStyle>
          <a:p/>
        </p:txBody>
      </p:sp>
      <p:sp>
        <p:nvSpPr>
          <p:cNvPr id="30" name="Google Shape;30;p7"/>
          <p:cNvSpPr txBox="1"/>
          <p:nvPr>
            <p:ph idx="1" type="body"/>
          </p:nvPr>
        </p:nvSpPr>
        <p:spPr>
          <a:xfrm>
            <a:off x="1340310" y="8893440"/>
            <a:ext cx="12074400" cy="20348100"/>
          </a:xfrm>
          <a:prstGeom prst="rect">
            <a:avLst/>
          </a:prstGeom>
        </p:spPr>
        <p:txBody>
          <a:bodyPr anchorCtr="0" anchor="t" bIns="457125" lIns="457125" spcFirstLastPara="1" rIns="457125" wrap="square" tIns="457125">
            <a:normAutofit/>
          </a:bodyPr>
          <a:lstStyle>
            <a:lvl1pPr indent="-609600" lvl="0" marL="457200">
              <a:spcBef>
                <a:spcPts val="0"/>
              </a:spcBef>
              <a:spcAft>
                <a:spcPts val="0"/>
              </a:spcAft>
              <a:buSzPts val="6000"/>
              <a:buChar char="●"/>
              <a:defRPr sz="6000"/>
            </a:lvl1pPr>
            <a:lvl2pPr indent="-609600" lvl="1" marL="914400">
              <a:spcBef>
                <a:spcPts val="0"/>
              </a:spcBef>
              <a:spcAft>
                <a:spcPts val="0"/>
              </a:spcAft>
              <a:buSzPts val="6000"/>
              <a:buChar char="○"/>
              <a:defRPr sz="6000"/>
            </a:lvl2pPr>
            <a:lvl3pPr indent="-609600" lvl="2" marL="1371600">
              <a:spcBef>
                <a:spcPts val="0"/>
              </a:spcBef>
              <a:spcAft>
                <a:spcPts val="0"/>
              </a:spcAft>
              <a:buSzPts val="6000"/>
              <a:buChar char="■"/>
              <a:defRPr sz="6000"/>
            </a:lvl3pPr>
            <a:lvl4pPr indent="-609600" lvl="3" marL="1828800">
              <a:spcBef>
                <a:spcPts val="0"/>
              </a:spcBef>
              <a:spcAft>
                <a:spcPts val="0"/>
              </a:spcAft>
              <a:buSzPts val="6000"/>
              <a:buChar char="●"/>
              <a:defRPr sz="6000"/>
            </a:lvl4pPr>
            <a:lvl5pPr indent="-609600" lvl="4" marL="2286000">
              <a:spcBef>
                <a:spcPts val="0"/>
              </a:spcBef>
              <a:spcAft>
                <a:spcPts val="0"/>
              </a:spcAft>
              <a:buSzPts val="6000"/>
              <a:buChar char="○"/>
              <a:defRPr sz="6000"/>
            </a:lvl5pPr>
            <a:lvl6pPr indent="-609600" lvl="5" marL="2743200">
              <a:spcBef>
                <a:spcPts val="0"/>
              </a:spcBef>
              <a:spcAft>
                <a:spcPts val="0"/>
              </a:spcAft>
              <a:buSzPts val="6000"/>
              <a:buChar char="■"/>
              <a:defRPr sz="6000"/>
            </a:lvl6pPr>
            <a:lvl7pPr indent="-609600" lvl="6" marL="3200400">
              <a:spcBef>
                <a:spcPts val="0"/>
              </a:spcBef>
              <a:spcAft>
                <a:spcPts val="0"/>
              </a:spcAft>
              <a:buSzPts val="6000"/>
              <a:buChar char="●"/>
              <a:defRPr sz="6000"/>
            </a:lvl7pPr>
            <a:lvl8pPr indent="-609600" lvl="7" marL="3657600">
              <a:spcBef>
                <a:spcPts val="0"/>
              </a:spcBef>
              <a:spcAft>
                <a:spcPts val="0"/>
              </a:spcAft>
              <a:buSzPts val="6000"/>
              <a:buChar char="○"/>
              <a:defRPr sz="6000"/>
            </a:lvl8pPr>
            <a:lvl9pPr indent="-609600" lvl="8" marL="4114800">
              <a:spcBef>
                <a:spcPts val="0"/>
              </a:spcBef>
              <a:spcAft>
                <a:spcPts val="0"/>
              </a:spcAft>
              <a:buSzPts val="6000"/>
              <a:buChar char="■"/>
              <a:defRPr sz="6000"/>
            </a:lvl9pPr>
          </a:lstStyle>
          <a:p/>
        </p:txBody>
      </p:sp>
      <p:sp>
        <p:nvSpPr>
          <p:cNvPr id="31" name="Google Shape;31;p7"/>
          <p:cNvSpPr txBox="1"/>
          <p:nvPr>
            <p:ph idx="12" type="sldNum"/>
          </p:nvPr>
        </p:nvSpPr>
        <p:spPr>
          <a:xfrm>
            <a:off x="36431569" y="29844588"/>
            <a:ext cx="2359500" cy="2519100"/>
          </a:xfrm>
          <a:prstGeom prst="rect">
            <a:avLst/>
          </a:prstGeom>
        </p:spPr>
        <p:txBody>
          <a:bodyPr anchorCtr="0" anchor="ctr" bIns="457125" lIns="457125" spcFirstLastPara="1" rIns="457125" wrap="square" tIns="457125">
            <a:normAutofit/>
          </a:bodyPr>
          <a:lstStyle>
            <a:lvl1pPr lvl="0">
              <a:buNone/>
              <a:defRPr sz="5000"/>
            </a:lvl1pPr>
            <a:lvl2pPr lvl="1">
              <a:buNone/>
              <a:defRPr sz="5000"/>
            </a:lvl2pPr>
            <a:lvl3pPr lvl="2">
              <a:buNone/>
              <a:defRPr sz="5000"/>
            </a:lvl3pPr>
            <a:lvl4pPr lvl="3">
              <a:buNone/>
              <a:defRPr sz="5000"/>
            </a:lvl4pPr>
            <a:lvl5pPr lvl="4">
              <a:buNone/>
              <a:defRPr sz="5000"/>
            </a:lvl5pPr>
            <a:lvl6pPr lvl="5">
              <a:buNone/>
              <a:defRPr sz="5000"/>
            </a:lvl6pPr>
            <a:lvl7pPr lvl="6">
              <a:buNone/>
              <a:defRPr sz="5000"/>
            </a:lvl7pPr>
            <a:lvl8pPr lvl="7">
              <a:buNone/>
              <a:defRPr sz="5000"/>
            </a:lvl8pPr>
            <a:lvl9pPr lvl="8">
              <a:buNone/>
              <a:defRPr sz="5000"/>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2108075" y="2880960"/>
            <a:ext cx="27381600" cy="26181000"/>
          </a:xfrm>
          <a:prstGeom prst="rect">
            <a:avLst/>
          </a:prstGeom>
        </p:spPr>
        <p:txBody>
          <a:bodyPr anchorCtr="0" anchor="ctr" bIns="457125" lIns="457125" spcFirstLastPara="1" rIns="457125" wrap="square" tIns="457125">
            <a:normAutofit/>
          </a:bodyPr>
          <a:lstStyle>
            <a:lvl1pPr lvl="0">
              <a:spcBef>
                <a:spcPts val="0"/>
              </a:spcBef>
              <a:spcAft>
                <a:spcPts val="0"/>
              </a:spcAft>
              <a:buSzPts val="24000"/>
              <a:buNone/>
              <a:defRPr sz="24000"/>
            </a:lvl1pPr>
            <a:lvl2pPr lvl="1">
              <a:spcBef>
                <a:spcPts val="0"/>
              </a:spcBef>
              <a:spcAft>
                <a:spcPts val="0"/>
              </a:spcAft>
              <a:buSzPts val="24000"/>
              <a:buNone/>
              <a:defRPr sz="24000"/>
            </a:lvl2pPr>
            <a:lvl3pPr lvl="2">
              <a:spcBef>
                <a:spcPts val="0"/>
              </a:spcBef>
              <a:spcAft>
                <a:spcPts val="0"/>
              </a:spcAft>
              <a:buSzPts val="24000"/>
              <a:buNone/>
              <a:defRPr sz="24000"/>
            </a:lvl3pPr>
            <a:lvl4pPr lvl="3">
              <a:spcBef>
                <a:spcPts val="0"/>
              </a:spcBef>
              <a:spcAft>
                <a:spcPts val="0"/>
              </a:spcAft>
              <a:buSzPts val="24000"/>
              <a:buNone/>
              <a:defRPr sz="24000"/>
            </a:lvl4pPr>
            <a:lvl5pPr lvl="4">
              <a:spcBef>
                <a:spcPts val="0"/>
              </a:spcBef>
              <a:spcAft>
                <a:spcPts val="0"/>
              </a:spcAft>
              <a:buSzPts val="24000"/>
              <a:buNone/>
              <a:defRPr sz="24000"/>
            </a:lvl5pPr>
            <a:lvl6pPr lvl="5">
              <a:spcBef>
                <a:spcPts val="0"/>
              </a:spcBef>
              <a:spcAft>
                <a:spcPts val="0"/>
              </a:spcAft>
              <a:buSzPts val="24000"/>
              <a:buNone/>
              <a:defRPr sz="24000"/>
            </a:lvl6pPr>
            <a:lvl7pPr lvl="6">
              <a:spcBef>
                <a:spcPts val="0"/>
              </a:spcBef>
              <a:spcAft>
                <a:spcPts val="0"/>
              </a:spcAft>
              <a:buSzPts val="24000"/>
              <a:buNone/>
              <a:defRPr sz="24000"/>
            </a:lvl7pPr>
            <a:lvl8pPr lvl="7">
              <a:spcBef>
                <a:spcPts val="0"/>
              </a:spcBef>
              <a:spcAft>
                <a:spcPts val="0"/>
              </a:spcAft>
              <a:buSzPts val="24000"/>
              <a:buNone/>
              <a:defRPr sz="24000"/>
            </a:lvl8pPr>
            <a:lvl9pPr lvl="8">
              <a:spcBef>
                <a:spcPts val="0"/>
              </a:spcBef>
              <a:spcAft>
                <a:spcPts val="0"/>
              </a:spcAft>
              <a:buSzPts val="24000"/>
              <a:buNone/>
              <a:defRPr sz="24000"/>
            </a:lvl9pPr>
          </a:lstStyle>
          <a:p/>
        </p:txBody>
      </p:sp>
      <p:sp>
        <p:nvSpPr>
          <p:cNvPr id="34" name="Google Shape;34;p8"/>
          <p:cNvSpPr txBox="1"/>
          <p:nvPr>
            <p:ph idx="12" type="sldNum"/>
          </p:nvPr>
        </p:nvSpPr>
        <p:spPr>
          <a:xfrm>
            <a:off x="36431569" y="29844588"/>
            <a:ext cx="2359500" cy="2519100"/>
          </a:xfrm>
          <a:prstGeom prst="rect">
            <a:avLst/>
          </a:prstGeom>
        </p:spPr>
        <p:txBody>
          <a:bodyPr anchorCtr="0" anchor="ctr" bIns="457125" lIns="457125" spcFirstLastPara="1" rIns="457125" wrap="square" tIns="457125">
            <a:normAutofit/>
          </a:bodyPr>
          <a:lstStyle>
            <a:lvl1pPr lvl="0">
              <a:buNone/>
              <a:defRPr sz="5000"/>
            </a:lvl1pPr>
            <a:lvl2pPr lvl="1">
              <a:buNone/>
              <a:defRPr sz="5000"/>
            </a:lvl2pPr>
            <a:lvl3pPr lvl="2">
              <a:buNone/>
              <a:defRPr sz="5000"/>
            </a:lvl3pPr>
            <a:lvl4pPr lvl="3">
              <a:buNone/>
              <a:defRPr sz="5000"/>
            </a:lvl4pPr>
            <a:lvl5pPr lvl="4">
              <a:buNone/>
              <a:defRPr sz="5000"/>
            </a:lvl5pPr>
            <a:lvl6pPr lvl="5">
              <a:buNone/>
              <a:defRPr sz="5000"/>
            </a:lvl6pPr>
            <a:lvl7pPr lvl="6">
              <a:buNone/>
              <a:defRPr sz="5000"/>
            </a:lvl7pPr>
            <a:lvl8pPr lvl="7">
              <a:buNone/>
              <a:defRPr sz="5000"/>
            </a:lvl8pPr>
            <a:lvl9pPr lvl="8">
              <a:buNone/>
              <a:defRPr sz="5000"/>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19659600" y="-800"/>
            <a:ext cx="19659600" cy="32918400"/>
          </a:xfrm>
          <a:prstGeom prst="rect">
            <a:avLst/>
          </a:prstGeom>
          <a:solidFill>
            <a:schemeClr val="lt2"/>
          </a:solidFill>
          <a:ln>
            <a:noFill/>
          </a:ln>
        </p:spPr>
        <p:txBody>
          <a:bodyPr anchorCtr="0" anchor="ctr" bIns="457125" lIns="457125" spcFirstLastPara="1" rIns="457125" wrap="square" tIns="4571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1141650" y="7892320"/>
            <a:ext cx="17394300" cy="9486600"/>
          </a:xfrm>
          <a:prstGeom prst="rect">
            <a:avLst/>
          </a:prstGeom>
        </p:spPr>
        <p:txBody>
          <a:bodyPr anchorCtr="0" anchor="b" bIns="457125" lIns="457125" spcFirstLastPara="1" rIns="457125" wrap="square" tIns="457125">
            <a:normAutofit/>
          </a:bodyPr>
          <a:lstStyle>
            <a:lvl1pPr lvl="0" algn="ctr">
              <a:spcBef>
                <a:spcPts val="0"/>
              </a:spcBef>
              <a:spcAft>
                <a:spcPts val="0"/>
              </a:spcAft>
              <a:buSzPts val="21000"/>
              <a:buNone/>
              <a:defRPr sz="21000"/>
            </a:lvl1pPr>
            <a:lvl2pPr lvl="1" algn="ctr">
              <a:spcBef>
                <a:spcPts val="0"/>
              </a:spcBef>
              <a:spcAft>
                <a:spcPts val="0"/>
              </a:spcAft>
              <a:buSzPts val="21000"/>
              <a:buNone/>
              <a:defRPr sz="21000"/>
            </a:lvl2pPr>
            <a:lvl3pPr lvl="2" algn="ctr">
              <a:spcBef>
                <a:spcPts val="0"/>
              </a:spcBef>
              <a:spcAft>
                <a:spcPts val="0"/>
              </a:spcAft>
              <a:buSzPts val="21000"/>
              <a:buNone/>
              <a:defRPr sz="21000"/>
            </a:lvl3pPr>
            <a:lvl4pPr lvl="3" algn="ctr">
              <a:spcBef>
                <a:spcPts val="0"/>
              </a:spcBef>
              <a:spcAft>
                <a:spcPts val="0"/>
              </a:spcAft>
              <a:buSzPts val="21000"/>
              <a:buNone/>
              <a:defRPr sz="21000"/>
            </a:lvl4pPr>
            <a:lvl5pPr lvl="4" algn="ctr">
              <a:spcBef>
                <a:spcPts val="0"/>
              </a:spcBef>
              <a:spcAft>
                <a:spcPts val="0"/>
              </a:spcAft>
              <a:buSzPts val="21000"/>
              <a:buNone/>
              <a:defRPr sz="21000"/>
            </a:lvl5pPr>
            <a:lvl6pPr lvl="5" algn="ctr">
              <a:spcBef>
                <a:spcPts val="0"/>
              </a:spcBef>
              <a:spcAft>
                <a:spcPts val="0"/>
              </a:spcAft>
              <a:buSzPts val="21000"/>
              <a:buNone/>
              <a:defRPr sz="21000"/>
            </a:lvl6pPr>
            <a:lvl7pPr lvl="6" algn="ctr">
              <a:spcBef>
                <a:spcPts val="0"/>
              </a:spcBef>
              <a:spcAft>
                <a:spcPts val="0"/>
              </a:spcAft>
              <a:buSzPts val="21000"/>
              <a:buNone/>
              <a:defRPr sz="21000"/>
            </a:lvl7pPr>
            <a:lvl8pPr lvl="7" algn="ctr">
              <a:spcBef>
                <a:spcPts val="0"/>
              </a:spcBef>
              <a:spcAft>
                <a:spcPts val="0"/>
              </a:spcAft>
              <a:buSzPts val="21000"/>
              <a:buNone/>
              <a:defRPr sz="21000"/>
            </a:lvl8pPr>
            <a:lvl9pPr lvl="8" algn="ctr">
              <a:spcBef>
                <a:spcPts val="0"/>
              </a:spcBef>
              <a:spcAft>
                <a:spcPts val="0"/>
              </a:spcAft>
              <a:buSzPts val="21000"/>
              <a:buNone/>
              <a:defRPr sz="21000"/>
            </a:lvl9pPr>
          </a:lstStyle>
          <a:p/>
        </p:txBody>
      </p:sp>
      <p:sp>
        <p:nvSpPr>
          <p:cNvPr id="38" name="Google Shape;38;p9"/>
          <p:cNvSpPr txBox="1"/>
          <p:nvPr>
            <p:ph idx="1" type="subTitle"/>
          </p:nvPr>
        </p:nvSpPr>
        <p:spPr>
          <a:xfrm>
            <a:off x="1141650" y="17939680"/>
            <a:ext cx="17394300" cy="7904700"/>
          </a:xfrm>
          <a:prstGeom prst="rect">
            <a:avLst/>
          </a:prstGeom>
        </p:spPr>
        <p:txBody>
          <a:bodyPr anchorCtr="0" anchor="t" bIns="457125" lIns="457125" spcFirstLastPara="1" rIns="457125" wrap="square" tIns="457125">
            <a:normAutofit/>
          </a:bodyPr>
          <a:lstStyle>
            <a:lvl1pPr lvl="0" algn="ctr">
              <a:lnSpc>
                <a:spcPct val="100000"/>
              </a:lnSpc>
              <a:spcBef>
                <a:spcPts val="0"/>
              </a:spcBef>
              <a:spcAft>
                <a:spcPts val="0"/>
              </a:spcAft>
              <a:buSzPts val="10500"/>
              <a:buNone/>
              <a:defRPr sz="10500"/>
            </a:lvl1pPr>
            <a:lvl2pPr lvl="1" algn="ctr">
              <a:lnSpc>
                <a:spcPct val="100000"/>
              </a:lnSpc>
              <a:spcBef>
                <a:spcPts val="0"/>
              </a:spcBef>
              <a:spcAft>
                <a:spcPts val="0"/>
              </a:spcAft>
              <a:buSzPts val="10500"/>
              <a:buNone/>
              <a:defRPr sz="10500"/>
            </a:lvl2pPr>
            <a:lvl3pPr lvl="2" algn="ctr">
              <a:lnSpc>
                <a:spcPct val="100000"/>
              </a:lnSpc>
              <a:spcBef>
                <a:spcPts val="0"/>
              </a:spcBef>
              <a:spcAft>
                <a:spcPts val="0"/>
              </a:spcAft>
              <a:buSzPts val="10500"/>
              <a:buNone/>
              <a:defRPr sz="10500"/>
            </a:lvl3pPr>
            <a:lvl4pPr lvl="3" algn="ctr">
              <a:lnSpc>
                <a:spcPct val="100000"/>
              </a:lnSpc>
              <a:spcBef>
                <a:spcPts val="0"/>
              </a:spcBef>
              <a:spcAft>
                <a:spcPts val="0"/>
              </a:spcAft>
              <a:buSzPts val="10500"/>
              <a:buNone/>
              <a:defRPr sz="10500"/>
            </a:lvl4pPr>
            <a:lvl5pPr lvl="4" algn="ctr">
              <a:lnSpc>
                <a:spcPct val="100000"/>
              </a:lnSpc>
              <a:spcBef>
                <a:spcPts val="0"/>
              </a:spcBef>
              <a:spcAft>
                <a:spcPts val="0"/>
              </a:spcAft>
              <a:buSzPts val="10500"/>
              <a:buNone/>
              <a:defRPr sz="10500"/>
            </a:lvl5pPr>
            <a:lvl6pPr lvl="5" algn="ctr">
              <a:lnSpc>
                <a:spcPct val="100000"/>
              </a:lnSpc>
              <a:spcBef>
                <a:spcPts val="0"/>
              </a:spcBef>
              <a:spcAft>
                <a:spcPts val="0"/>
              </a:spcAft>
              <a:buSzPts val="10500"/>
              <a:buNone/>
              <a:defRPr sz="10500"/>
            </a:lvl6pPr>
            <a:lvl7pPr lvl="6" algn="ctr">
              <a:lnSpc>
                <a:spcPct val="100000"/>
              </a:lnSpc>
              <a:spcBef>
                <a:spcPts val="0"/>
              </a:spcBef>
              <a:spcAft>
                <a:spcPts val="0"/>
              </a:spcAft>
              <a:buSzPts val="10500"/>
              <a:buNone/>
              <a:defRPr sz="10500"/>
            </a:lvl7pPr>
            <a:lvl8pPr lvl="7" algn="ctr">
              <a:lnSpc>
                <a:spcPct val="100000"/>
              </a:lnSpc>
              <a:spcBef>
                <a:spcPts val="0"/>
              </a:spcBef>
              <a:spcAft>
                <a:spcPts val="0"/>
              </a:spcAft>
              <a:buSzPts val="10500"/>
              <a:buNone/>
              <a:defRPr sz="10500"/>
            </a:lvl8pPr>
            <a:lvl9pPr lvl="8" algn="ctr">
              <a:lnSpc>
                <a:spcPct val="100000"/>
              </a:lnSpc>
              <a:spcBef>
                <a:spcPts val="0"/>
              </a:spcBef>
              <a:spcAft>
                <a:spcPts val="0"/>
              </a:spcAft>
              <a:buSzPts val="10500"/>
              <a:buNone/>
              <a:defRPr sz="10500"/>
            </a:lvl9pPr>
          </a:lstStyle>
          <a:p/>
        </p:txBody>
      </p:sp>
      <p:sp>
        <p:nvSpPr>
          <p:cNvPr id="39" name="Google Shape;39;p9"/>
          <p:cNvSpPr txBox="1"/>
          <p:nvPr>
            <p:ph idx="2" type="body"/>
          </p:nvPr>
        </p:nvSpPr>
        <p:spPr>
          <a:xfrm>
            <a:off x="21239850" y="4634080"/>
            <a:ext cx="16499100" cy="23648700"/>
          </a:xfrm>
          <a:prstGeom prst="rect">
            <a:avLst/>
          </a:prstGeom>
        </p:spPr>
        <p:txBody>
          <a:bodyPr anchorCtr="0" anchor="ctr" bIns="457125" lIns="457125" spcFirstLastPara="1" rIns="457125" wrap="square" tIns="457125">
            <a:normAutofit/>
          </a:bodyPr>
          <a:lstStyle>
            <a:lvl1pPr indent="-800100" lvl="0" marL="457200">
              <a:spcBef>
                <a:spcPts val="0"/>
              </a:spcBef>
              <a:spcAft>
                <a:spcPts val="0"/>
              </a:spcAft>
              <a:buSzPts val="9000"/>
              <a:buChar char="●"/>
              <a:defRPr sz="9000"/>
            </a:lvl1pPr>
            <a:lvl2pPr indent="-673100" lvl="1" marL="914400">
              <a:spcBef>
                <a:spcPts val="0"/>
              </a:spcBef>
              <a:spcAft>
                <a:spcPts val="0"/>
              </a:spcAft>
              <a:buSzPts val="7000"/>
              <a:buChar char="○"/>
              <a:defRPr sz="7000"/>
            </a:lvl2pPr>
            <a:lvl3pPr indent="-673100" lvl="2" marL="1371600">
              <a:spcBef>
                <a:spcPts val="0"/>
              </a:spcBef>
              <a:spcAft>
                <a:spcPts val="0"/>
              </a:spcAft>
              <a:buSzPts val="7000"/>
              <a:buChar char="■"/>
              <a:defRPr sz="7000"/>
            </a:lvl3pPr>
            <a:lvl4pPr indent="-673100" lvl="3" marL="1828800">
              <a:spcBef>
                <a:spcPts val="0"/>
              </a:spcBef>
              <a:spcAft>
                <a:spcPts val="0"/>
              </a:spcAft>
              <a:buSzPts val="7000"/>
              <a:buChar char="●"/>
              <a:defRPr sz="7000"/>
            </a:lvl4pPr>
            <a:lvl5pPr indent="-673100" lvl="4" marL="2286000">
              <a:spcBef>
                <a:spcPts val="0"/>
              </a:spcBef>
              <a:spcAft>
                <a:spcPts val="0"/>
              </a:spcAft>
              <a:buSzPts val="7000"/>
              <a:buChar char="○"/>
              <a:defRPr sz="7000"/>
            </a:lvl5pPr>
            <a:lvl6pPr indent="-673100" lvl="5" marL="2743200">
              <a:spcBef>
                <a:spcPts val="0"/>
              </a:spcBef>
              <a:spcAft>
                <a:spcPts val="0"/>
              </a:spcAft>
              <a:buSzPts val="7000"/>
              <a:buChar char="■"/>
              <a:defRPr sz="7000"/>
            </a:lvl6pPr>
            <a:lvl7pPr indent="-673100" lvl="6" marL="3200400">
              <a:spcBef>
                <a:spcPts val="0"/>
              </a:spcBef>
              <a:spcAft>
                <a:spcPts val="0"/>
              </a:spcAft>
              <a:buSzPts val="7000"/>
              <a:buChar char="●"/>
              <a:defRPr sz="7000"/>
            </a:lvl7pPr>
            <a:lvl8pPr indent="-673100" lvl="7" marL="3657600">
              <a:spcBef>
                <a:spcPts val="0"/>
              </a:spcBef>
              <a:spcAft>
                <a:spcPts val="0"/>
              </a:spcAft>
              <a:buSzPts val="7000"/>
              <a:buChar char="○"/>
              <a:defRPr sz="7000"/>
            </a:lvl8pPr>
            <a:lvl9pPr indent="-673100" lvl="8" marL="4114800">
              <a:spcBef>
                <a:spcPts val="0"/>
              </a:spcBef>
              <a:spcAft>
                <a:spcPts val="0"/>
              </a:spcAft>
              <a:buSzPts val="7000"/>
              <a:buChar char="■"/>
              <a:defRPr sz="7000"/>
            </a:lvl9pPr>
          </a:lstStyle>
          <a:p/>
        </p:txBody>
      </p:sp>
      <p:sp>
        <p:nvSpPr>
          <p:cNvPr id="40" name="Google Shape;40;p9"/>
          <p:cNvSpPr txBox="1"/>
          <p:nvPr>
            <p:ph idx="12" type="sldNum"/>
          </p:nvPr>
        </p:nvSpPr>
        <p:spPr>
          <a:xfrm>
            <a:off x="36431569" y="29844588"/>
            <a:ext cx="2359500" cy="2519100"/>
          </a:xfrm>
          <a:prstGeom prst="rect">
            <a:avLst/>
          </a:prstGeom>
        </p:spPr>
        <p:txBody>
          <a:bodyPr anchorCtr="0" anchor="ctr" bIns="457125" lIns="457125" spcFirstLastPara="1" rIns="457125" wrap="square" tIns="457125">
            <a:normAutofit/>
          </a:bodyPr>
          <a:lstStyle>
            <a:lvl1pPr lvl="0">
              <a:buNone/>
              <a:defRPr sz="5000"/>
            </a:lvl1pPr>
            <a:lvl2pPr lvl="1">
              <a:buNone/>
              <a:defRPr sz="5000"/>
            </a:lvl2pPr>
            <a:lvl3pPr lvl="2">
              <a:buNone/>
              <a:defRPr sz="5000"/>
            </a:lvl3pPr>
            <a:lvl4pPr lvl="3">
              <a:buNone/>
              <a:defRPr sz="5000"/>
            </a:lvl4pPr>
            <a:lvl5pPr lvl="4">
              <a:buNone/>
              <a:defRPr sz="5000"/>
            </a:lvl5pPr>
            <a:lvl6pPr lvl="5">
              <a:buNone/>
              <a:defRPr sz="5000"/>
            </a:lvl6pPr>
            <a:lvl7pPr lvl="6">
              <a:buNone/>
              <a:defRPr sz="5000"/>
            </a:lvl7pPr>
            <a:lvl8pPr lvl="7">
              <a:buNone/>
              <a:defRPr sz="5000"/>
            </a:lvl8pPr>
            <a:lvl9pPr lvl="8">
              <a:buNone/>
              <a:defRPr sz="5000"/>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1340310" y="27075680"/>
            <a:ext cx="25794900" cy="3872700"/>
          </a:xfrm>
          <a:prstGeom prst="rect">
            <a:avLst/>
          </a:prstGeom>
        </p:spPr>
        <p:txBody>
          <a:bodyPr anchorCtr="0" anchor="ctr" bIns="457125" lIns="457125" spcFirstLastPara="1" rIns="457125" wrap="square" tIns="457125">
            <a:normAutofit/>
          </a:bodyPr>
          <a:lstStyle>
            <a:lvl1pPr indent="-228600" lvl="0" marL="457200">
              <a:lnSpc>
                <a:spcPct val="100000"/>
              </a:lnSpc>
              <a:spcBef>
                <a:spcPts val="0"/>
              </a:spcBef>
              <a:spcAft>
                <a:spcPts val="0"/>
              </a:spcAft>
              <a:buSzPts val="9000"/>
              <a:buNone/>
              <a:defRPr sz="9000"/>
            </a:lvl1pPr>
          </a:lstStyle>
          <a:p/>
        </p:txBody>
      </p:sp>
      <p:sp>
        <p:nvSpPr>
          <p:cNvPr id="43" name="Google Shape;43;p10"/>
          <p:cNvSpPr txBox="1"/>
          <p:nvPr>
            <p:ph idx="12" type="sldNum"/>
          </p:nvPr>
        </p:nvSpPr>
        <p:spPr>
          <a:xfrm>
            <a:off x="36431569" y="29844588"/>
            <a:ext cx="2359500" cy="2519100"/>
          </a:xfrm>
          <a:prstGeom prst="rect">
            <a:avLst/>
          </a:prstGeom>
        </p:spPr>
        <p:txBody>
          <a:bodyPr anchorCtr="0" anchor="ctr" bIns="457125" lIns="457125" spcFirstLastPara="1" rIns="457125" wrap="square" tIns="457125">
            <a:normAutofit/>
          </a:bodyPr>
          <a:lstStyle>
            <a:lvl1pPr lvl="0">
              <a:buNone/>
              <a:defRPr sz="5000"/>
            </a:lvl1pPr>
            <a:lvl2pPr lvl="1">
              <a:buNone/>
              <a:defRPr sz="5000"/>
            </a:lvl2pPr>
            <a:lvl3pPr lvl="2">
              <a:buNone/>
              <a:defRPr sz="5000"/>
            </a:lvl3pPr>
            <a:lvl4pPr lvl="3">
              <a:buNone/>
              <a:defRPr sz="5000"/>
            </a:lvl4pPr>
            <a:lvl5pPr lvl="4">
              <a:buNone/>
              <a:defRPr sz="5000"/>
            </a:lvl5pPr>
            <a:lvl6pPr lvl="5">
              <a:buNone/>
              <a:defRPr sz="5000"/>
            </a:lvl6pPr>
            <a:lvl7pPr lvl="6">
              <a:buNone/>
              <a:defRPr sz="5000"/>
            </a:lvl7pPr>
            <a:lvl8pPr lvl="7">
              <a:buNone/>
              <a:defRPr sz="5000"/>
            </a:lvl8pPr>
            <a:lvl9pPr lvl="8">
              <a:buNone/>
              <a:defRPr sz="5000"/>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1340310" y="7079200"/>
            <a:ext cx="36638700" cy="12566400"/>
          </a:xfrm>
          <a:prstGeom prst="rect">
            <a:avLst/>
          </a:prstGeom>
        </p:spPr>
        <p:txBody>
          <a:bodyPr anchorCtr="0" anchor="b" bIns="457125" lIns="457125" spcFirstLastPara="1" rIns="457125" wrap="square" tIns="457125">
            <a:normAutofit/>
          </a:bodyPr>
          <a:lstStyle>
            <a:lvl1pPr lvl="0" algn="ctr">
              <a:spcBef>
                <a:spcPts val="0"/>
              </a:spcBef>
              <a:spcAft>
                <a:spcPts val="0"/>
              </a:spcAft>
              <a:buSzPts val="60000"/>
              <a:buNone/>
              <a:defRPr sz="60000"/>
            </a:lvl1pPr>
            <a:lvl2pPr lvl="1" algn="ctr">
              <a:spcBef>
                <a:spcPts val="0"/>
              </a:spcBef>
              <a:spcAft>
                <a:spcPts val="0"/>
              </a:spcAft>
              <a:buSzPts val="60000"/>
              <a:buNone/>
              <a:defRPr sz="60000"/>
            </a:lvl2pPr>
            <a:lvl3pPr lvl="2" algn="ctr">
              <a:spcBef>
                <a:spcPts val="0"/>
              </a:spcBef>
              <a:spcAft>
                <a:spcPts val="0"/>
              </a:spcAft>
              <a:buSzPts val="60000"/>
              <a:buNone/>
              <a:defRPr sz="60000"/>
            </a:lvl3pPr>
            <a:lvl4pPr lvl="3" algn="ctr">
              <a:spcBef>
                <a:spcPts val="0"/>
              </a:spcBef>
              <a:spcAft>
                <a:spcPts val="0"/>
              </a:spcAft>
              <a:buSzPts val="60000"/>
              <a:buNone/>
              <a:defRPr sz="60000"/>
            </a:lvl4pPr>
            <a:lvl5pPr lvl="4" algn="ctr">
              <a:spcBef>
                <a:spcPts val="0"/>
              </a:spcBef>
              <a:spcAft>
                <a:spcPts val="0"/>
              </a:spcAft>
              <a:buSzPts val="60000"/>
              <a:buNone/>
              <a:defRPr sz="60000"/>
            </a:lvl5pPr>
            <a:lvl6pPr lvl="5" algn="ctr">
              <a:spcBef>
                <a:spcPts val="0"/>
              </a:spcBef>
              <a:spcAft>
                <a:spcPts val="0"/>
              </a:spcAft>
              <a:buSzPts val="60000"/>
              <a:buNone/>
              <a:defRPr sz="60000"/>
            </a:lvl6pPr>
            <a:lvl7pPr lvl="6" algn="ctr">
              <a:spcBef>
                <a:spcPts val="0"/>
              </a:spcBef>
              <a:spcAft>
                <a:spcPts val="0"/>
              </a:spcAft>
              <a:buSzPts val="60000"/>
              <a:buNone/>
              <a:defRPr sz="60000"/>
            </a:lvl7pPr>
            <a:lvl8pPr lvl="7" algn="ctr">
              <a:spcBef>
                <a:spcPts val="0"/>
              </a:spcBef>
              <a:spcAft>
                <a:spcPts val="0"/>
              </a:spcAft>
              <a:buSzPts val="60000"/>
              <a:buNone/>
              <a:defRPr sz="60000"/>
            </a:lvl8pPr>
            <a:lvl9pPr lvl="8" algn="ctr">
              <a:spcBef>
                <a:spcPts val="0"/>
              </a:spcBef>
              <a:spcAft>
                <a:spcPts val="0"/>
              </a:spcAft>
              <a:buSzPts val="60000"/>
              <a:buNone/>
              <a:defRPr sz="60000"/>
            </a:lvl9pPr>
          </a:lstStyle>
          <a:p>
            <a:r>
              <a:t>xx%</a:t>
            </a:r>
          </a:p>
        </p:txBody>
      </p:sp>
      <p:sp>
        <p:nvSpPr>
          <p:cNvPr id="46" name="Google Shape;46;p11"/>
          <p:cNvSpPr txBox="1"/>
          <p:nvPr>
            <p:ph idx="1" type="body"/>
          </p:nvPr>
        </p:nvSpPr>
        <p:spPr>
          <a:xfrm>
            <a:off x="1340310" y="20174240"/>
            <a:ext cx="36638700" cy="8325000"/>
          </a:xfrm>
          <a:prstGeom prst="rect">
            <a:avLst/>
          </a:prstGeom>
        </p:spPr>
        <p:txBody>
          <a:bodyPr anchorCtr="0" anchor="t" bIns="457125" lIns="457125" spcFirstLastPara="1" rIns="457125" wrap="square" tIns="457125">
            <a:normAutofit/>
          </a:bodyPr>
          <a:lstStyle>
            <a:lvl1pPr indent="-800100" lvl="0" marL="457200" algn="ctr">
              <a:spcBef>
                <a:spcPts val="0"/>
              </a:spcBef>
              <a:spcAft>
                <a:spcPts val="0"/>
              </a:spcAft>
              <a:buSzPts val="9000"/>
              <a:buChar char="●"/>
              <a:defRPr sz="9000"/>
            </a:lvl1pPr>
            <a:lvl2pPr indent="-673100" lvl="1" marL="914400" algn="ctr">
              <a:spcBef>
                <a:spcPts val="0"/>
              </a:spcBef>
              <a:spcAft>
                <a:spcPts val="0"/>
              </a:spcAft>
              <a:buSzPts val="7000"/>
              <a:buChar char="○"/>
              <a:defRPr sz="7000"/>
            </a:lvl2pPr>
            <a:lvl3pPr indent="-673100" lvl="2" marL="1371600" algn="ctr">
              <a:spcBef>
                <a:spcPts val="0"/>
              </a:spcBef>
              <a:spcAft>
                <a:spcPts val="0"/>
              </a:spcAft>
              <a:buSzPts val="7000"/>
              <a:buChar char="■"/>
              <a:defRPr sz="7000"/>
            </a:lvl3pPr>
            <a:lvl4pPr indent="-673100" lvl="3" marL="1828800" algn="ctr">
              <a:spcBef>
                <a:spcPts val="0"/>
              </a:spcBef>
              <a:spcAft>
                <a:spcPts val="0"/>
              </a:spcAft>
              <a:buSzPts val="7000"/>
              <a:buChar char="●"/>
              <a:defRPr sz="7000"/>
            </a:lvl4pPr>
            <a:lvl5pPr indent="-673100" lvl="4" marL="2286000" algn="ctr">
              <a:spcBef>
                <a:spcPts val="0"/>
              </a:spcBef>
              <a:spcAft>
                <a:spcPts val="0"/>
              </a:spcAft>
              <a:buSzPts val="7000"/>
              <a:buChar char="○"/>
              <a:defRPr sz="7000"/>
            </a:lvl5pPr>
            <a:lvl6pPr indent="-673100" lvl="5" marL="2743200" algn="ctr">
              <a:spcBef>
                <a:spcPts val="0"/>
              </a:spcBef>
              <a:spcAft>
                <a:spcPts val="0"/>
              </a:spcAft>
              <a:buSzPts val="7000"/>
              <a:buChar char="■"/>
              <a:defRPr sz="7000"/>
            </a:lvl6pPr>
            <a:lvl7pPr indent="-673100" lvl="6" marL="3200400" algn="ctr">
              <a:spcBef>
                <a:spcPts val="0"/>
              </a:spcBef>
              <a:spcAft>
                <a:spcPts val="0"/>
              </a:spcAft>
              <a:buSzPts val="7000"/>
              <a:buChar char="●"/>
              <a:defRPr sz="7000"/>
            </a:lvl7pPr>
            <a:lvl8pPr indent="-673100" lvl="7" marL="3657600" algn="ctr">
              <a:spcBef>
                <a:spcPts val="0"/>
              </a:spcBef>
              <a:spcAft>
                <a:spcPts val="0"/>
              </a:spcAft>
              <a:buSzPts val="7000"/>
              <a:buChar char="○"/>
              <a:defRPr sz="7000"/>
            </a:lvl8pPr>
            <a:lvl9pPr indent="-673100" lvl="8" marL="4114800" algn="ctr">
              <a:spcBef>
                <a:spcPts val="0"/>
              </a:spcBef>
              <a:spcAft>
                <a:spcPts val="0"/>
              </a:spcAft>
              <a:buSzPts val="7000"/>
              <a:buChar char="■"/>
              <a:defRPr sz="7000"/>
            </a:lvl9pPr>
          </a:lstStyle>
          <a:p/>
        </p:txBody>
      </p:sp>
      <p:sp>
        <p:nvSpPr>
          <p:cNvPr id="47" name="Google Shape;47;p11"/>
          <p:cNvSpPr txBox="1"/>
          <p:nvPr>
            <p:ph idx="12" type="sldNum"/>
          </p:nvPr>
        </p:nvSpPr>
        <p:spPr>
          <a:xfrm>
            <a:off x="36431569" y="29844588"/>
            <a:ext cx="2359500" cy="2519100"/>
          </a:xfrm>
          <a:prstGeom prst="rect">
            <a:avLst/>
          </a:prstGeom>
        </p:spPr>
        <p:txBody>
          <a:bodyPr anchorCtr="0" anchor="ctr" bIns="457125" lIns="457125" spcFirstLastPara="1" rIns="457125" wrap="square" tIns="457125">
            <a:normAutofit/>
          </a:bodyPr>
          <a:lstStyle>
            <a:lvl1pPr lvl="0">
              <a:buNone/>
              <a:defRPr sz="5000"/>
            </a:lvl1pPr>
            <a:lvl2pPr lvl="1">
              <a:buNone/>
              <a:defRPr sz="5000"/>
            </a:lvl2pPr>
            <a:lvl3pPr lvl="2">
              <a:buNone/>
              <a:defRPr sz="5000"/>
            </a:lvl3pPr>
            <a:lvl4pPr lvl="3">
              <a:buNone/>
              <a:defRPr sz="5000"/>
            </a:lvl4pPr>
            <a:lvl5pPr lvl="4">
              <a:buNone/>
              <a:defRPr sz="5000"/>
            </a:lvl5pPr>
            <a:lvl6pPr lvl="5">
              <a:buNone/>
              <a:defRPr sz="5000"/>
            </a:lvl6pPr>
            <a:lvl7pPr lvl="6">
              <a:buNone/>
              <a:defRPr sz="5000"/>
            </a:lvl7pPr>
            <a:lvl8pPr lvl="7">
              <a:buNone/>
              <a:defRPr sz="5000"/>
            </a:lvl8pPr>
            <a:lvl9pPr lvl="8">
              <a:buNone/>
              <a:defRPr sz="5000"/>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36431569" y="29844588"/>
            <a:ext cx="2359500" cy="2519100"/>
          </a:xfrm>
          <a:prstGeom prst="rect">
            <a:avLst/>
          </a:prstGeom>
        </p:spPr>
        <p:txBody>
          <a:bodyPr anchorCtr="0" anchor="ctr" bIns="457125" lIns="457125" spcFirstLastPara="1" rIns="457125" wrap="square" tIns="457125">
            <a:normAutofit/>
          </a:bodyPr>
          <a:lstStyle>
            <a:lvl1pPr lvl="0">
              <a:buNone/>
              <a:defRPr sz="5000"/>
            </a:lvl1pPr>
            <a:lvl2pPr lvl="1">
              <a:buNone/>
              <a:defRPr sz="5000"/>
            </a:lvl2pPr>
            <a:lvl3pPr lvl="2">
              <a:buNone/>
              <a:defRPr sz="5000"/>
            </a:lvl3pPr>
            <a:lvl4pPr lvl="3">
              <a:buNone/>
              <a:defRPr sz="5000"/>
            </a:lvl4pPr>
            <a:lvl5pPr lvl="4">
              <a:buNone/>
              <a:defRPr sz="5000"/>
            </a:lvl5pPr>
            <a:lvl6pPr lvl="5">
              <a:buNone/>
              <a:defRPr sz="5000"/>
            </a:lvl6pPr>
            <a:lvl7pPr lvl="6">
              <a:buNone/>
              <a:defRPr sz="5000"/>
            </a:lvl7pPr>
            <a:lvl8pPr lvl="7">
              <a:buNone/>
              <a:defRPr sz="5000"/>
            </a:lvl8pPr>
            <a:lvl9pPr lvl="8">
              <a:buNone/>
              <a:defRPr sz="5000"/>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1340310" y="2848160"/>
            <a:ext cx="36638700" cy="3665400"/>
          </a:xfrm>
          <a:prstGeom prst="rect">
            <a:avLst/>
          </a:prstGeom>
          <a:noFill/>
          <a:ln>
            <a:noFill/>
          </a:ln>
        </p:spPr>
        <p:txBody>
          <a:bodyPr anchorCtr="0" anchor="t" bIns="457125" lIns="457125" spcFirstLastPara="1" rIns="457125" wrap="square" tIns="457125">
            <a:normAutofit/>
          </a:bodyPr>
          <a:lstStyle>
            <a:lvl1pPr lvl="0">
              <a:spcBef>
                <a:spcPts val="0"/>
              </a:spcBef>
              <a:spcAft>
                <a:spcPts val="0"/>
              </a:spcAft>
              <a:buClr>
                <a:schemeClr val="dk1"/>
              </a:buClr>
              <a:buSzPts val="14000"/>
              <a:buNone/>
              <a:defRPr sz="14000">
                <a:solidFill>
                  <a:schemeClr val="dk1"/>
                </a:solidFill>
              </a:defRPr>
            </a:lvl1pPr>
            <a:lvl2pPr lvl="1">
              <a:spcBef>
                <a:spcPts val="0"/>
              </a:spcBef>
              <a:spcAft>
                <a:spcPts val="0"/>
              </a:spcAft>
              <a:buClr>
                <a:schemeClr val="dk1"/>
              </a:buClr>
              <a:buSzPts val="14000"/>
              <a:buNone/>
              <a:defRPr sz="14000">
                <a:solidFill>
                  <a:schemeClr val="dk1"/>
                </a:solidFill>
              </a:defRPr>
            </a:lvl2pPr>
            <a:lvl3pPr lvl="2">
              <a:spcBef>
                <a:spcPts val="0"/>
              </a:spcBef>
              <a:spcAft>
                <a:spcPts val="0"/>
              </a:spcAft>
              <a:buClr>
                <a:schemeClr val="dk1"/>
              </a:buClr>
              <a:buSzPts val="14000"/>
              <a:buNone/>
              <a:defRPr sz="14000">
                <a:solidFill>
                  <a:schemeClr val="dk1"/>
                </a:solidFill>
              </a:defRPr>
            </a:lvl3pPr>
            <a:lvl4pPr lvl="3">
              <a:spcBef>
                <a:spcPts val="0"/>
              </a:spcBef>
              <a:spcAft>
                <a:spcPts val="0"/>
              </a:spcAft>
              <a:buClr>
                <a:schemeClr val="dk1"/>
              </a:buClr>
              <a:buSzPts val="14000"/>
              <a:buNone/>
              <a:defRPr sz="14000">
                <a:solidFill>
                  <a:schemeClr val="dk1"/>
                </a:solidFill>
              </a:defRPr>
            </a:lvl4pPr>
            <a:lvl5pPr lvl="4">
              <a:spcBef>
                <a:spcPts val="0"/>
              </a:spcBef>
              <a:spcAft>
                <a:spcPts val="0"/>
              </a:spcAft>
              <a:buClr>
                <a:schemeClr val="dk1"/>
              </a:buClr>
              <a:buSzPts val="14000"/>
              <a:buNone/>
              <a:defRPr sz="14000">
                <a:solidFill>
                  <a:schemeClr val="dk1"/>
                </a:solidFill>
              </a:defRPr>
            </a:lvl5pPr>
            <a:lvl6pPr lvl="5">
              <a:spcBef>
                <a:spcPts val="0"/>
              </a:spcBef>
              <a:spcAft>
                <a:spcPts val="0"/>
              </a:spcAft>
              <a:buClr>
                <a:schemeClr val="dk1"/>
              </a:buClr>
              <a:buSzPts val="14000"/>
              <a:buNone/>
              <a:defRPr sz="14000">
                <a:solidFill>
                  <a:schemeClr val="dk1"/>
                </a:solidFill>
              </a:defRPr>
            </a:lvl6pPr>
            <a:lvl7pPr lvl="6">
              <a:spcBef>
                <a:spcPts val="0"/>
              </a:spcBef>
              <a:spcAft>
                <a:spcPts val="0"/>
              </a:spcAft>
              <a:buClr>
                <a:schemeClr val="dk1"/>
              </a:buClr>
              <a:buSzPts val="14000"/>
              <a:buNone/>
              <a:defRPr sz="14000">
                <a:solidFill>
                  <a:schemeClr val="dk1"/>
                </a:solidFill>
              </a:defRPr>
            </a:lvl7pPr>
            <a:lvl8pPr lvl="7">
              <a:spcBef>
                <a:spcPts val="0"/>
              </a:spcBef>
              <a:spcAft>
                <a:spcPts val="0"/>
              </a:spcAft>
              <a:buClr>
                <a:schemeClr val="dk1"/>
              </a:buClr>
              <a:buSzPts val="14000"/>
              <a:buNone/>
              <a:defRPr sz="14000">
                <a:solidFill>
                  <a:schemeClr val="dk1"/>
                </a:solidFill>
              </a:defRPr>
            </a:lvl8pPr>
            <a:lvl9pPr lvl="8">
              <a:spcBef>
                <a:spcPts val="0"/>
              </a:spcBef>
              <a:spcAft>
                <a:spcPts val="0"/>
              </a:spcAft>
              <a:buClr>
                <a:schemeClr val="dk1"/>
              </a:buClr>
              <a:buSzPts val="14000"/>
              <a:buNone/>
              <a:defRPr sz="14000">
                <a:solidFill>
                  <a:schemeClr val="dk1"/>
                </a:solidFill>
              </a:defRPr>
            </a:lvl9pPr>
          </a:lstStyle>
          <a:p/>
        </p:txBody>
      </p:sp>
      <p:sp>
        <p:nvSpPr>
          <p:cNvPr id="7" name="Google Shape;7;p1"/>
          <p:cNvSpPr txBox="1"/>
          <p:nvPr>
            <p:ph idx="1" type="body"/>
          </p:nvPr>
        </p:nvSpPr>
        <p:spPr>
          <a:xfrm>
            <a:off x="1340310" y="7375840"/>
            <a:ext cx="36638700" cy="21864900"/>
          </a:xfrm>
          <a:prstGeom prst="rect">
            <a:avLst/>
          </a:prstGeom>
          <a:noFill/>
          <a:ln>
            <a:noFill/>
          </a:ln>
        </p:spPr>
        <p:txBody>
          <a:bodyPr anchorCtr="0" anchor="t" bIns="457125" lIns="457125" spcFirstLastPara="1" rIns="457125" wrap="square" tIns="457125">
            <a:normAutofit/>
          </a:bodyPr>
          <a:lstStyle>
            <a:lvl1pPr indent="-800100" lvl="0" marL="457200">
              <a:lnSpc>
                <a:spcPct val="115000"/>
              </a:lnSpc>
              <a:spcBef>
                <a:spcPts val="0"/>
              </a:spcBef>
              <a:spcAft>
                <a:spcPts val="0"/>
              </a:spcAft>
              <a:buClr>
                <a:schemeClr val="dk2"/>
              </a:buClr>
              <a:buSzPts val="9000"/>
              <a:buChar char="●"/>
              <a:defRPr sz="9000">
                <a:solidFill>
                  <a:schemeClr val="dk2"/>
                </a:solidFill>
              </a:defRPr>
            </a:lvl1pPr>
            <a:lvl2pPr indent="-673100" lvl="1" marL="914400">
              <a:lnSpc>
                <a:spcPct val="115000"/>
              </a:lnSpc>
              <a:spcBef>
                <a:spcPts val="0"/>
              </a:spcBef>
              <a:spcAft>
                <a:spcPts val="0"/>
              </a:spcAft>
              <a:buClr>
                <a:schemeClr val="dk2"/>
              </a:buClr>
              <a:buSzPts val="7000"/>
              <a:buChar char="○"/>
              <a:defRPr sz="7000">
                <a:solidFill>
                  <a:schemeClr val="dk2"/>
                </a:solidFill>
              </a:defRPr>
            </a:lvl2pPr>
            <a:lvl3pPr indent="-673100" lvl="2" marL="1371600">
              <a:lnSpc>
                <a:spcPct val="115000"/>
              </a:lnSpc>
              <a:spcBef>
                <a:spcPts val="0"/>
              </a:spcBef>
              <a:spcAft>
                <a:spcPts val="0"/>
              </a:spcAft>
              <a:buClr>
                <a:schemeClr val="dk2"/>
              </a:buClr>
              <a:buSzPts val="7000"/>
              <a:buChar char="■"/>
              <a:defRPr sz="7000">
                <a:solidFill>
                  <a:schemeClr val="dk2"/>
                </a:solidFill>
              </a:defRPr>
            </a:lvl3pPr>
            <a:lvl4pPr indent="-673100" lvl="3" marL="1828800">
              <a:lnSpc>
                <a:spcPct val="115000"/>
              </a:lnSpc>
              <a:spcBef>
                <a:spcPts val="0"/>
              </a:spcBef>
              <a:spcAft>
                <a:spcPts val="0"/>
              </a:spcAft>
              <a:buClr>
                <a:schemeClr val="dk2"/>
              </a:buClr>
              <a:buSzPts val="7000"/>
              <a:buChar char="●"/>
              <a:defRPr sz="7000">
                <a:solidFill>
                  <a:schemeClr val="dk2"/>
                </a:solidFill>
              </a:defRPr>
            </a:lvl4pPr>
            <a:lvl5pPr indent="-673100" lvl="4" marL="2286000">
              <a:lnSpc>
                <a:spcPct val="115000"/>
              </a:lnSpc>
              <a:spcBef>
                <a:spcPts val="0"/>
              </a:spcBef>
              <a:spcAft>
                <a:spcPts val="0"/>
              </a:spcAft>
              <a:buClr>
                <a:schemeClr val="dk2"/>
              </a:buClr>
              <a:buSzPts val="7000"/>
              <a:buChar char="○"/>
              <a:defRPr sz="7000">
                <a:solidFill>
                  <a:schemeClr val="dk2"/>
                </a:solidFill>
              </a:defRPr>
            </a:lvl5pPr>
            <a:lvl6pPr indent="-673100" lvl="5" marL="2743200">
              <a:lnSpc>
                <a:spcPct val="115000"/>
              </a:lnSpc>
              <a:spcBef>
                <a:spcPts val="0"/>
              </a:spcBef>
              <a:spcAft>
                <a:spcPts val="0"/>
              </a:spcAft>
              <a:buClr>
                <a:schemeClr val="dk2"/>
              </a:buClr>
              <a:buSzPts val="7000"/>
              <a:buChar char="■"/>
              <a:defRPr sz="7000">
                <a:solidFill>
                  <a:schemeClr val="dk2"/>
                </a:solidFill>
              </a:defRPr>
            </a:lvl6pPr>
            <a:lvl7pPr indent="-673100" lvl="6" marL="3200400">
              <a:lnSpc>
                <a:spcPct val="115000"/>
              </a:lnSpc>
              <a:spcBef>
                <a:spcPts val="0"/>
              </a:spcBef>
              <a:spcAft>
                <a:spcPts val="0"/>
              </a:spcAft>
              <a:buClr>
                <a:schemeClr val="dk2"/>
              </a:buClr>
              <a:buSzPts val="7000"/>
              <a:buChar char="●"/>
              <a:defRPr sz="7000">
                <a:solidFill>
                  <a:schemeClr val="dk2"/>
                </a:solidFill>
              </a:defRPr>
            </a:lvl7pPr>
            <a:lvl8pPr indent="-673100" lvl="7" marL="3657600">
              <a:lnSpc>
                <a:spcPct val="115000"/>
              </a:lnSpc>
              <a:spcBef>
                <a:spcPts val="0"/>
              </a:spcBef>
              <a:spcAft>
                <a:spcPts val="0"/>
              </a:spcAft>
              <a:buClr>
                <a:schemeClr val="dk2"/>
              </a:buClr>
              <a:buSzPts val="7000"/>
              <a:buChar char="○"/>
              <a:defRPr sz="7000">
                <a:solidFill>
                  <a:schemeClr val="dk2"/>
                </a:solidFill>
              </a:defRPr>
            </a:lvl8pPr>
            <a:lvl9pPr indent="-673100" lvl="8" marL="4114800">
              <a:lnSpc>
                <a:spcPct val="115000"/>
              </a:lnSpc>
              <a:spcBef>
                <a:spcPts val="0"/>
              </a:spcBef>
              <a:spcAft>
                <a:spcPts val="0"/>
              </a:spcAft>
              <a:buClr>
                <a:schemeClr val="dk2"/>
              </a:buClr>
              <a:buSzPts val="7000"/>
              <a:buChar char="■"/>
              <a:defRPr sz="7000">
                <a:solidFill>
                  <a:schemeClr val="dk2"/>
                </a:solidFill>
              </a:defRPr>
            </a:lvl9pPr>
          </a:lstStyle>
          <a:p/>
        </p:txBody>
      </p:sp>
      <p:sp>
        <p:nvSpPr>
          <p:cNvPr id="8" name="Google Shape;8;p1"/>
          <p:cNvSpPr txBox="1"/>
          <p:nvPr>
            <p:ph idx="12" type="sldNum"/>
          </p:nvPr>
        </p:nvSpPr>
        <p:spPr>
          <a:xfrm>
            <a:off x="36431569" y="29844588"/>
            <a:ext cx="2359500" cy="2519100"/>
          </a:xfrm>
          <a:prstGeom prst="rect">
            <a:avLst/>
          </a:prstGeom>
          <a:noFill/>
          <a:ln>
            <a:noFill/>
          </a:ln>
        </p:spPr>
        <p:txBody>
          <a:bodyPr anchorCtr="0" anchor="ctr" bIns="457125" lIns="457125" spcFirstLastPara="1" rIns="457125" wrap="square" tIns="457125">
            <a:normAutofit/>
          </a:bodyPr>
          <a:lstStyle>
            <a:lvl1pPr lvl="0" algn="r">
              <a:buNone/>
              <a:defRPr sz="5000">
                <a:solidFill>
                  <a:schemeClr val="dk2"/>
                </a:solidFill>
              </a:defRPr>
            </a:lvl1pPr>
            <a:lvl2pPr lvl="1" algn="r">
              <a:buNone/>
              <a:defRPr sz="5000">
                <a:solidFill>
                  <a:schemeClr val="dk2"/>
                </a:solidFill>
              </a:defRPr>
            </a:lvl2pPr>
            <a:lvl3pPr lvl="2" algn="r">
              <a:buNone/>
              <a:defRPr sz="5000">
                <a:solidFill>
                  <a:schemeClr val="dk2"/>
                </a:solidFill>
              </a:defRPr>
            </a:lvl3pPr>
            <a:lvl4pPr lvl="3" algn="r">
              <a:buNone/>
              <a:defRPr sz="5000">
                <a:solidFill>
                  <a:schemeClr val="dk2"/>
                </a:solidFill>
              </a:defRPr>
            </a:lvl4pPr>
            <a:lvl5pPr lvl="4" algn="r">
              <a:buNone/>
              <a:defRPr sz="5000">
                <a:solidFill>
                  <a:schemeClr val="dk2"/>
                </a:solidFill>
              </a:defRPr>
            </a:lvl5pPr>
            <a:lvl6pPr lvl="5" algn="r">
              <a:buNone/>
              <a:defRPr sz="5000">
                <a:solidFill>
                  <a:schemeClr val="dk2"/>
                </a:solidFill>
              </a:defRPr>
            </a:lvl6pPr>
            <a:lvl7pPr lvl="6" algn="r">
              <a:buNone/>
              <a:defRPr sz="5000">
                <a:solidFill>
                  <a:schemeClr val="dk2"/>
                </a:solidFill>
              </a:defRPr>
            </a:lvl7pPr>
            <a:lvl8pPr lvl="7" algn="r">
              <a:buNone/>
              <a:defRPr sz="5000">
                <a:solidFill>
                  <a:schemeClr val="dk2"/>
                </a:solidFill>
              </a:defRPr>
            </a:lvl8pPr>
            <a:lvl9pPr lvl="8" algn="r">
              <a:buNone/>
              <a:defRPr sz="5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1" Type="http://schemas.openxmlformats.org/officeDocument/2006/relationships/image" Target="../media/image1.png"/><Relationship Id="rId10" Type="http://schemas.openxmlformats.org/officeDocument/2006/relationships/image" Target="../media/image10.png"/><Relationship Id="rId13" Type="http://schemas.openxmlformats.org/officeDocument/2006/relationships/image" Target="../media/image2.png"/><Relationship Id="rId12" Type="http://schemas.openxmlformats.org/officeDocument/2006/relationships/image" Target="../media/image7.png"/><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8.png"/><Relationship Id="rId4" Type="http://schemas.openxmlformats.org/officeDocument/2006/relationships/image" Target="../media/image3.png"/><Relationship Id="rId9" Type="http://schemas.openxmlformats.org/officeDocument/2006/relationships/image" Target="../media/image5.png"/><Relationship Id="rId5" Type="http://schemas.openxmlformats.org/officeDocument/2006/relationships/image" Target="../media/image11.png"/><Relationship Id="rId6" Type="http://schemas.openxmlformats.org/officeDocument/2006/relationships/image" Target="../media/image9.png"/><Relationship Id="rId7" Type="http://schemas.openxmlformats.org/officeDocument/2006/relationships/image" Target="../media/image6.png"/><Relationship Id="rId8" Type="http://schemas.openxmlformats.org/officeDocument/2006/relationships/image" Target="../media/image4.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 name="Shape 53"/>
        <p:cNvGrpSpPr/>
        <p:nvPr/>
      </p:nvGrpSpPr>
      <p:grpSpPr>
        <a:xfrm>
          <a:off x="0" y="0"/>
          <a:ext cx="0" cy="0"/>
          <a:chOff x="0" y="0"/>
          <a:chExt cx="0" cy="0"/>
        </a:xfrm>
      </p:grpSpPr>
      <p:sp>
        <p:nvSpPr>
          <p:cNvPr id="54" name="Google Shape;54;p13"/>
          <p:cNvSpPr/>
          <p:nvPr/>
        </p:nvSpPr>
        <p:spPr>
          <a:xfrm>
            <a:off x="462300" y="500850"/>
            <a:ext cx="38394600" cy="31916700"/>
          </a:xfrm>
          <a:prstGeom prst="rect">
            <a:avLst/>
          </a:prstGeom>
          <a:solidFill>
            <a:srgbClr val="000000"/>
          </a:solidFill>
          <a:ln cap="flat" cmpd="sng" w="9525">
            <a:solidFill>
              <a:srgbClr val="674EA7"/>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rgbClr val="FFFFFF"/>
              </a:solidFill>
              <a:latin typeface="Outfit"/>
              <a:ea typeface="Outfit"/>
              <a:cs typeface="Outfit"/>
              <a:sym typeface="Outfit"/>
            </a:endParaRPr>
          </a:p>
        </p:txBody>
      </p:sp>
      <p:sp>
        <p:nvSpPr>
          <p:cNvPr id="55" name="Google Shape;55;p13"/>
          <p:cNvSpPr/>
          <p:nvPr/>
        </p:nvSpPr>
        <p:spPr>
          <a:xfrm>
            <a:off x="1765800" y="500860"/>
            <a:ext cx="35787600" cy="2314500"/>
          </a:xfrm>
          <a:prstGeom prst="roundRect">
            <a:avLst>
              <a:gd fmla="val 16667" name="adj"/>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Clr>
                <a:schemeClr val="dk1"/>
              </a:buClr>
              <a:buSzPts val="1100"/>
              <a:buFont typeface="Arial"/>
              <a:buNone/>
            </a:pPr>
            <a:r>
              <a:rPr b="1" lang="en" sz="7500">
                <a:solidFill>
                  <a:schemeClr val="accent4"/>
                </a:solidFill>
                <a:latin typeface="Outfit"/>
                <a:ea typeface="Outfit"/>
                <a:cs typeface="Outfit"/>
                <a:sym typeface="Outfit"/>
              </a:rPr>
              <a:t>Old But Gold: Measuring the Age and Metallicity of M2 &amp; M15 Star Clusters</a:t>
            </a:r>
            <a:r>
              <a:rPr b="1" lang="en" sz="7500">
                <a:solidFill>
                  <a:schemeClr val="lt1"/>
                </a:solidFill>
                <a:latin typeface="Outfit"/>
                <a:ea typeface="Outfit"/>
                <a:cs typeface="Outfit"/>
                <a:sym typeface="Outfit"/>
              </a:rPr>
              <a:t> </a:t>
            </a:r>
            <a:endParaRPr sz="7500">
              <a:solidFill>
                <a:schemeClr val="lt1"/>
              </a:solidFill>
              <a:latin typeface="Outfit"/>
              <a:ea typeface="Outfit"/>
              <a:cs typeface="Outfit"/>
              <a:sym typeface="Outfit"/>
            </a:endParaRPr>
          </a:p>
        </p:txBody>
      </p:sp>
      <p:sp>
        <p:nvSpPr>
          <p:cNvPr id="56" name="Google Shape;56;p13"/>
          <p:cNvSpPr/>
          <p:nvPr/>
        </p:nvSpPr>
        <p:spPr>
          <a:xfrm>
            <a:off x="5344050" y="4396860"/>
            <a:ext cx="28631100" cy="4342200"/>
          </a:xfrm>
          <a:prstGeom prst="roundRect">
            <a:avLst>
              <a:gd fmla="val 16667" name="adj"/>
            </a:avLst>
          </a:prstGeom>
          <a:solidFill>
            <a:srgbClr val="0B5394"/>
          </a:solidFill>
          <a:ln cap="flat" cmpd="sng" w="9525">
            <a:solidFill>
              <a:srgbClr val="0B5394"/>
            </a:solidFill>
            <a:prstDash val="solid"/>
            <a:round/>
            <a:headEnd len="sm" w="sm" type="none"/>
            <a:tailEnd len="sm" w="sm" type="none"/>
          </a:ln>
        </p:spPr>
        <p:txBody>
          <a:bodyPr anchorCtr="0" anchor="b" bIns="91425" lIns="91425" spcFirstLastPara="1" rIns="91425" wrap="square" tIns="91425">
            <a:noAutofit/>
          </a:bodyPr>
          <a:lstStyle/>
          <a:p>
            <a:pPr indent="0" lvl="0" marL="0" rtl="0" algn="just">
              <a:lnSpc>
                <a:spcPct val="115000"/>
              </a:lnSpc>
              <a:spcBef>
                <a:spcPts val="0"/>
              </a:spcBef>
              <a:spcAft>
                <a:spcPts val="0"/>
              </a:spcAft>
              <a:buNone/>
            </a:pPr>
            <a:r>
              <a:t/>
            </a:r>
            <a:endParaRPr sz="2100">
              <a:solidFill>
                <a:schemeClr val="lt1"/>
              </a:solidFill>
              <a:latin typeface="Outfit"/>
              <a:ea typeface="Outfit"/>
              <a:cs typeface="Outfit"/>
              <a:sym typeface="Outfit"/>
            </a:endParaRPr>
          </a:p>
        </p:txBody>
      </p:sp>
      <p:sp>
        <p:nvSpPr>
          <p:cNvPr id="57" name="Google Shape;57;p13"/>
          <p:cNvSpPr/>
          <p:nvPr/>
        </p:nvSpPr>
        <p:spPr>
          <a:xfrm>
            <a:off x="1033700" y="9348025"/>
            <a:ext cx="10494600" cy="11149800"/>
          </a:xfrm>
          <a:prstGeom prst="roundRect">
            <a:avLst>
              <a:gd fmla="val 10599" name="adj"/>
            </a:avLst>
          </a:prstGeom>
          <a:solidFill>
            <a:srgbClr val="0B5394"/>
          </a:solidFill>
          <a:ln cap="flat" cmpd="sng" w="9525">
            <a:solidFill>
              <a:srgbClr val="0B5394"/>
            </a:solidFill>
            <a:prstDash val="solid"/>
            <a:round/>
            <a:headEnd len="sm" w="sm" type="none"/>
            <a:tailEnd len="sm" w="sm" type="none"/>
          </a:ln>
        </p:spPr>
        <p:txBody>
          <a:bodyPr anchorCtr="0" anchor="t" bIns="91425" lIns="91425" spcFirstLastPara="1" rIns="91425" wrap="square" tIns="91425">
            <a:noAutofit/>
          </a:bodyPr>
          <a:lstStyle/>
          <a:p>
            <a:pPr indent="0" lvl="0" marL="0" rtl="0" algn="ctr">
              <a:spcBef>
                <a:spcPts val="0"/>
              </a:spcBef>
              <a:spcAft>
                <a:spcPts val="0"/>
              </a:spcAft>
              <a:buNone/>
            </a:pPr>
            <a:r>
              <a:rPr lang="en" sz="5000">
                <a:solidFill>
                  <a:srgbClr val="FFFFFF"/>
                </a:solidFill>
                <a:latin typeface="Outfit"/>
                <a:ea typeface="Outfit"/>
                <a:cs typeface="Outfit"/>
                <a:sym typeface="Outfit"/>
              </a:rPr>
              <a:t>Observations</a:t>
            </a:r>
            <a:endParaRPr sz="5000">
              <a:solidFill>
                <a:srgbClr val="FFFFFF"/>
              </a:solidFill>
              <a:latin typeface="Outfit"/>
              <a:ea typeface="Outfit"/>
              <a:cs typeface="Outfit"/>
              <a:sym typeface="Outfit"/>
            </a:endParaRPr>
          </a:p>
        </p:txBody>
      </p:sp>
      <p:sp>
        <p:nvSpPr>
          <p:cNvPr id="58" name="Google Shape;58;p13"/>
          <p:cNvSpPr/>
          <p:nvPr/>
        </p:nvSpPr>
        <p:spPr>
          <a:xfrm>
            <a:off x="1022525" y="21078925"/>
            <a:ext cx="10494600" cy="10528800"/>
          </a:xfrm>
          <a:prstGeom prst="roundRect">
            <a:avLst>
              <a:gd fmla="val 10600" name="adj"/>
            </a:avLst>
          </a:prstGeom>
          <a:solidFill>
            <a:srgbClr val="0B5394"/>
          </a:solidFill>
          <a:ln cap="flat" cmpd="sng" w="9525">
            <a:solidFill>
              <a:srgbClr val="0B5394"/>
            </a:solidFill>
            <a:prstDash val="solid"/>
            <a:round/>
            <a:headEnd len="sm" w="sm" type="none"/>
            <a:tailEnd len="sm" w="sm" type="none"/>
          </a:ln>
        </p:spPr>
        <p:txBody>
          <a:bodyPr anchorCtr="0" anchor="t" bIns="91425" lIns="91425" spcFirstLastPara="1" rIns="91425" wrap="square" tIns="91425">
            <a:noAutofit/>
          </a:bodyPr>
          <a:lstStyle/>
          <a:p>
            <a:pPr indent="0" lvl="0" marL="0" rtl="0" algn="ctr">
              <a:spcBef>
                <a:spcPts val="0"/>
              </a:spcBef>
              <a:spcAft>
                <a:spcPts val="0"/>
              </a:spcAft>
              <a:buNone/>
            </a:pPr>
            <a:r>
              <a:rPr lang="en" sz="5000">
                <a:solidFill>
                  <a:srgbClr val="FFFFFF"/>
                </a:solidFill>
                <a:latin typeface="Outfit"/>
                <a:ea typeface="Outfit"/>
                <a:cs typeface="Outfit"/>
                <a:sym typeface="Outfit"/>
              </a:rPr>
              <a:t>Data Reduction</a:t>
            </a:r>
            <a:endParaRPr sz="5000">
              <a:solidFill>
                <a:srgbClr val="FFFFFF"/>
              </a:solidFill>
              <a:latin typeface="Outfit"/>
              <a:ea typeface="Outfit"/>
              <a:cs typeface="Outfit"/>
              <a:sym typeface="Outfit"/>
            </a:endParaRPr>
          </a:p>
        </p:txBody>
      </p:sp>
      <p:sp>
        <p:nvSpPr>
          <p:cNvPr id="59" name="Google Shape;59;p13"/>
          <p:cNvSpPr/>
          <p:nvPr/>
        </p:nvSpPr>
        <p:spPr>
          <a:xfrm>
            <a:off x="12079200" y="9348025"/>
            <a:ext cx="15160800" cy="22287600"/>
          </a:xfrm>
          <a:prstGeom prst="roundRect">
            <a:avLst>
              <a:gd fmla="val 8453" name="adj"/>
            </a:avLst>
          </a:prstGeom>
          <a:solidFill>
            <a:srgbClr val="0B5394"/>
          </a:solidFill>
          <a:ln cap="flat" cmpd="sng" w="9525">
            <a:solidFill>
              <a:srgbClr val="0B5394"/>
            </a:solidFill>
            <a:prstDash val="solid"/>
            <a:round/>
            <a:headEnd len="sm" w="sm" type="none"/>
            <a:tailEnd len="sm" w="sm" type="none"/>
          </a:ln>
        </p:spPr>
        <p:txBody>
          <a:bodyPr anchorCtr="0" anchor="t" bIns="91425" lIns="91425" spcFirstLastPara="1" rIns="91425" wrap="square" tIns="91425">
            <a:noAutofit/>
          </a:bodyPr>
          <a:lstStyle/>
          <a:p>
            <a:pPr indent="0" lvl="0" marL="0" rtl="0" algn="ctr">
              <a:spcBef>
                <a:spcPts val="0"/>
              </a:spcBef>
              <a:spcAft>
                <a:spcPts val="0"/>
              </a:spcAft>
              <a:buNone/>
            </a:pPr>
            <a:r>
              <a:rPr lang="en" sz="5000">
                <a:solidFill>
                  <a:srgbClr val="FFFFFF"/>
                </a:solidFill>
                <a:latin typeface="Outfit"/>
                <a:ea typeface="Outfit"/>
                <a:cs typeface="Outfit"/>
                <a:sym typeface="Outfit"/>
              </a:rPr>
              <a:t>Cluster Analysis</a:t>
            </a:r>
            <a:endParaRPr sz="5000">
              <a:solidFill>
                <a:srgbClr val="FFFFFF"/>
              </a:solidFill>
              <a:latin typeface="Outfit"/>
              <a:ea typeface="Outfit"/>
              <a:cs typeface="Outfit"/>
              <a:sym typeface="Outfit"/>
            </a:endParaRPr>
          </a:p>
        </p:txBody>
      </p:sp>
      <p:sp>
        <p:nvSpPr>
          <p:cNvPr id="60" name="Google Shape;60;p13"/>
          <p:cNvSpPr/>
          <p:nvPr/>
        </p:nvSpPr>
        <p:spPr>
          <a:xfrm>
            <a:off x="27745400" y="9348025"/>
            <a:ext cx="10587300" cy="16686300"/>
          </a:xfrm>
          <a:prstGeom prst="roundRect">
            <a:avLst>
              <a:gd fmla="val 9769" name="adj"/>
            </a:avLst>
          </a:prstGeom>
          <a:solidFill>
            <a:srgbClr val="0B5394"/>
          </a:solidFill>
          <a:ln cap="flat" cmpd="sng" w="9525">
            <a:solidFill>
              <a:srgbClr val="0B5394"/>
            </a:solidFill>
            <a:prstDash val="solid"/>
            <a:round/>
            <a:headEnd len="sm" w="sm" type="none"/>
            <a:tailEnd len="sm" w="sm" type="none"/>
          </a:ln>
        </p:spPr>
        <p:txBody>
          <a:bodyPr anchorCtr="0" anchor="t" bIns="91425" lIns="91425" spcFirstLastPara="1" rIns="91425" wrap="square" tIns="91425">
            <a:noAutofit/>
          </a:bodyPr>
          <a:lstStyle/>
          <a:p>
            <a:pPr indent="0" lvl="0" marL="0" rtl="0" algn="ctr">
              <a:spcBef>
                <a:spcPts val="0"/>
              </a:spcBef>
              <a:spcAft>
                <a:spcPts val="0"/>
              </a:spcAft>
              <a:buNone/>
            </a:pPr>
            <a:r>
              <a:rPr lang="en" sz="5000">
                <a:solidFill>
                  <a:srgbClr val="FFFFFF"/>
                </a:solidFill>
                <a:latin typeface="Outfit"/>
                <a:ea typeface="Outfit"/>
                <a:cs typeface="Outfit"/>
                <a:sym typeface="Outfit"/>
              </a:rPr>
              <a:t>Conclusions</a:t>
            </a:r>
            <a:endParaRPr sz="5000">
              <a:solidFill>
                <a:srgbClr val="FFFFFF"/>
              </a:solidFill>
              <a:latin typeface="Outfit"/>
              <a:ea typeface="Outfit"/>
              <a:cs typeface="Outfit"/>
              <a:sym typeface="Outfit"/>
            </a:endParaRPr>
          </a:p>
          <a:p>
            <a:pPr indent="0" lvl="0" marL="0" rtl="0" algn="l">
              <a:spcBef>
                <a:spcPts val="0"/>
              </a:spcBef>
              <a:spcAft>
                <a:spcPts val="0"/>
              </a:spcAft>
              <a:buNone/>
            </a:pPr>
            <a:r>
              <a:t/>
            </a:r>
            <a:endParaRPr sz="2600">
              <a:solidFill>
                <a:srgbClr val="FFFFFF"/>
              </a:solidFill>
              <a:latin typeface="Outfit"/>
              <a:ea typeface="Outfit"/>
              <a:cs typeface="Outfit"/>
              <a:sym typeface="Outfit"/>
            </a:endParaRPr>
          </a:p>
          <a:p>
            <a:pPr indent="0" lvl="0" marL="0" rtl="0" algn="ctr">
              <a:spcBef>
                <a:spcPts val="0"/>
              </a:spcBef>
              <a:spcAft>
                <a:spcPts val="0"/>
              </a:spcAft>
              <a:buNone/>
            </a:pPr>
            <a:r>
              <a:t/>
            </a:r>
            <a:endParaRPr sz="6000">
              <a:solidFill>
                <a:srgbClr val="FFFFFF"/>
              </a:solidFill>
              <a:latin typeface="Outfit"/>
              <a:ea typeface="Outfit"/>
              <a:cs typeface="Outfit"/>
              <a:sym typeface="Outfit"/>
            </a:endParaRPr>
          </a:p>
          <a:p>
            <a:pPr indent="0" lvl="0" marL="0" rtl="0" algn="ctr">
              <a:spcBef>
                <a:spcPts val="0"/>
              </a:spcBef>
              <a:spcAft>
                <a:spcPts val="0"/>
              </a:spcAft>
              <a:buNone/>
            </a:pPr>
            <a:r>
              <a:t/>
            </a:r>
            <a:endParaRPr sz="6000">
              <a:solidFill>
                <a:srgbClr val="FFFFFF"/>
              </a:solidFill>
              <a:latin typeface="Outfit"/>
              <a:ea typeface="Outfit"/>
              <a:cs typeface="Outfit"/>
              <a:sym typeface="Outfit"/>
            </a:endParaRPr>
          </a:p>
        </p:txBody>
      </p:sp>
      <p:sp>
        <p:nvSpPr>
          <p:cNvPr id="61" name="Google Shape;61;p13"/>
          <p:cNvSpPr/>
          <p:nvPr/>
        </p:nvSpPr>
        <p:spPr>
          <a:xfrm>
            <a:off x="27745400" y="26521175"/>
            <a:ext cx="10587300" cy="5142600"/>
          </a:xfrm>
          <a:prstGeom prst="roundRect">
            <a:avLst>
              <a:gd fmla="val 12199" name="adj"/>
            </a:avLst>
          </a:prstGeom>
          <a:solidFill>
            <a:srgbClr val="0B5394"/>
          </a:solidFill>
          <a:ln cap="flat" cmpd="sng" w="9525">
            <a:solidFill>
              <a:srgbClr val="0B5394"/>
            </a:solidFill>
            <a:prstDash val="solid"/>
            <a:round/>
            <a:headEnd len="sm" w="sm" type="none"/>
            <a:tailEnd len="sm" w="sm" type="none"/>
          </a:ln>
        </p:spPr>
        <p:txBody>
          <a:bodyPr anchorCtr="0" anchor="t" bIns="91425" lIns="91425" spcFirstLastPara="1" rIns="91425" wrap="square" tIns="91425">
            <a:noAutofit/>
          </a:bodyPr>
          <a:lstStyle/>
          <a:p>
            <a:pPr indent="0" lvl="0" marL="0" rtl="0" algn="ctr">
              <a:spcBef>
                <a:spcPts val="0"/>
              </a:spcBef>
              <a:spcAft>
                <a:spcPts val="0"/>
              </a:spcAft>
              <a:buNone/>
            </a:pPr>
            <a:r>
              <a:rPr lang="en" sz="5000">
                <a:solidFill>
                  <a:srgbClr val="FFFFFF"/>
                </a:solidFill>
                <a:latin typeface="Outfit"/>
                <a:ea typeface="Outfit"/>
                <a:cs typeface="Outfit"/>
                <a:sym typeface="Outfit"/>
              </a:rPr>
              <a:t>References</a:t>
            </a:r>
            <a:endParaRPr sz="5000">
              <a:solidFill>
                <a:srgbClr val="FFFFFF"/>
              </a:solidFill>
              <a:latin typeface="Outfit"/>
              <a:ea typeface="Outfit"/>
              <a:cs typeface="Outfit"/>
              <a:sym typeface="Outfit"/>
            </a:endParaRPr>
          </a:p>
        </p:txBody>
      </p:sp>
      <p:pic>
        <p:nvPicPr>
          <p:cNvPr id="62" name="Google Shape;62;p13" title="filter_flats_plot.png"/>
          <p:cNvPicPr preferRelativeResize="0"/>
          <p:nvPr/>
        </p:nvPicPr>
        <p:blipFill rotWithShape="1">
          <a:blip r:embed="rId3">
            <a:alphaModFix/>
          </a:blip>
          <a:srcRect b="50664" l="0" r="68310" t="0"/>
          <a:stretch/>
        </p:blipFill>
        <p:spPr>
          <a:xfrm>
            <a:off x="6702474" y="28697313"/>
            <a:ext cx="4061739" cy="2646200"/>
          </a:xfrm>
          <a:prstGeom prst="rect">
            <a:avLst/>
          </a:prstGeom>
          <a:noFill/>
          <a:ln>
            <a:noFill/>
          </a:ln>
        </p:spPr>
      </p:pic>
      <p:pic>
        <p:nvPicPr>
          <p:cNvPr id="63" name="Google Shape;63;p13" title="Master_bias.png"/>
          <p:cNvPicPr preferRelativeResize="0"/>
          <p:nvPr/>
        </p:nvPicPr>
        <p:blipFill>
          <a:blip r:embed="rId4">
            <a:alphaModFix/>
          </a:blip>
          <a:stretch>
            <a:fillRect/>
          </a:stretch>
        </p:blipFill>
        <p:spPr>
          <a:xfrm>
            <a:off x="1857162" y="28697320"/>
            <a:ext cx="3916077" cy="2646180"/>
          </a:xfrm>
          <a:prstGeom prst="rect">
            <a:avLst/>
          </a:prstGeom>
          <a:noFill/>
          <a:ln>
            <a:noFill/>
          </a:ln>
        </p:spPr>
      </p:pic>
      <p:pic>
        <p:nvPicPr>
          <p:cNvPr id="64" name="Google Shape;64;p13" title="Screenshot 2025-12-04 at 11.14.26 AM.png"/>
          <p:cNvPicPr preferRelativeResize="0"/>
          <p:nvPr/>
        </p:nvPicPr>
        <p:blipFill>
          <a:blip r:embed="rId5">
            <a:alphaModFix/>
          </a:blip>
          <a:stretch>
            <a:fillRect/>
          </a:stretch>
        </p:blipFill>
        <p:spPr>
          <a:xfrm>
            <a:off x="28972075" y="21078915"/>
            <a:ext cx="3916100" cy="3788123"/>
          </a:xfrm>
          <a:prstGeom prst="rect">
            <a:avLst/>
          </a:prstGeom>
          <a:noFill/>
          <a:ln>
            <a:noFill/>
          </a:ln>
        </p:spPr>
      </p:pic>
      <p:sp>
        <p:nvSpPr>
          <p:cNvPr id="65" name="Google Shape;65;p13"/>
          <p:cNvSpPr txBox="1"/>
          <p:nvPr/>
        </p:nvSpPr>
        <p:spPr>
          <a:xfrm>
            <a:off x="1531400" y="10537042"/>
            <a:ext cx="9499200" cy="6109200"/>
          </a:xfrm>
          <a:prstGeom prst="rect">
            <a:avLst/>
          </a:prstGeom>
          <a:noFill/>
          <a:ln>
            <a:noFill/>
          </a:ln>
        </p:spPr>
        <p:txBody>
          <a:bodyPr anchorCtr="0" anchor="t" bIns="91425" lIns="91425" spcFirstLastPara="1" rIns="91425" wrap="square" tIns="91425">
            <a:noAutofit/>
          </a:bodyPr>
          <a:lstStyle/>
          <a:p>
            <a:pPr indent="457200" lvl="0" marL="0" rtl="0" algn="just">
              <a:spcBef>
                <a:spcPts val="0"/>
              </a:spcBef>
              <a:spcAft>
                <a:spcPts val="0"/>
              </a:spcAft>
              <a:buNone/>
            </a:pPr>
            <a:r>
              <a:rPr lang="en" sz="3000">
                <a:solidFill>
                  <a:schemeClr val="lt1"/>
                </a:solidFill>
                <a:latin typeface="Outfit"/>
                <a:ea typeface="Outfit"/>
                <a:cs typeface="Outfit"/>
                <a:sym typeface="Outfit"/>
              </a:rPr>
              <a:t>Many different factors are taken into account when selecting observation targets. Cluster type, number of stars, brightness, location, air mass, and size are all important factors that we considered. We chose to observe two globular clusters, M2 and M15, which are old and dense star clusters that contain ~100,000 or more stars.</a:t>
            </a:r>
            <a:endParaRPr sz="3000">
              <a:solidFill>
                <a:schemeClr val="lt1"/>
              </a:solidFill>
              <a:latin typeface="Outfit"/>
              <a:ea typeface="Outfit"/>
              <a:cs typeface="Outfit"/>
              <a:sym typeface="Outfit"/>
            </a:endParaRPr>
          </a:p>
          <a:p>
            <a:pPr indent="457200" lvl="0" marL="0" rtl="0" algn="just">
              <a:spcBef>
                <a:spcPts val="0"/>
              </a:spcBef>
              <a:spcAft>
                <a:spcPts val="0"/>
              </a:spcAft>
              <a:buNone/>
            </a:pPr>
            <a:r>
              <a:t/>
            </a:r>
            <a:endParaRPr sz="3000">
              <a:solidFill>
                <a:schemeClr val="lt1"/>
              </a:solidFill>
              <a:latin typeface="Outfit"/>
              <a:ea typeface="Outfit"/>
              <a:cs typeface="Outfit"/>
              <a:sym typeface="Outfit"/>
            </a:endParaRPr>
          </a:p>
          <a:p>
            <a:pPr indent="457200" lvl="0" marL="0" rtl="0" algn="just">
              <a:spcBef>
                <a:spcPts val="0"/>
              </a:spcBef>
              <a:spcAft>
                <a:spcPts val="0"/>
              </a:spcAft>
              <a:buNone/>
            </a:pPr>
            <a:r>
              <a:rPr lang="en" sz="3000">
                <a:solidFill>
                  <a:srgbClr val="FFFFFF"/>
                </a:solidFill>
                <a:latin typeface="Outfit"/>
                <a:ea typeface="Outfit"/>
                <a:cs typeface="Outfit"/>
                <a:sym typeface="Outfit"/>
              </a:rPr>
              <a:t>We collected observations of M15 and M2 on 09/28/2025 and 10/05/2025, respectively, in multiple color filters (g, r, i). </a:t>
            </a:r>
            <a:r>
              <a:rPr lang="en" sz="3000">
                <a:solidFill>
                  <a:schemeClr val="lt1"/>
                </a:solidFill>
                <a:latin typeface="Outfit"/>
                <a:ea typeface="Outfit"/>
                <a:cs typeface="Outfit"/>
                <a:sym typeface="Outfit"/>
              </a:rPr>
              <a:t>The telescope we used is a Cassegrain reflector, which has both a primary concave mirror and a secondary convex mirror. This design allows the telescope to be much more compact.</a:t>
            </a:r>
            <a:endParaRPr sz="3000">
              <a:solidFill>
                <a:srgbClr val="FFFFFF"/>
              </a:solidFill>
              <a:latin typeface="Outfit"/>
              <a:ea typeface="Outfit"/>
              <a:cs typeface="Outfit"/>
              <a:sym typeface="Outfit"/>
            </a:endParaRPr>
          </a:p>
          <a:p>
            <a:pPr indent="0" lvl="0" marL="0" rtl="0" algn="l">
              <a:spcBef>
                <a:spcPts val="0"/>
              </a:spcBef>
              <a:spcAft>
                <a:spcPts val="0"/>
              </a:spcAft>
              <a:buNone/>
            </a:pPr>
            <a:r>
              <a:t/>
            </a:r>
            <a:endParaRPr sz="3000">
              <a:solidFill>
                <a:srgbClr val="FFFFFF"/>
              </a:solidFill>
              <a:latin typeface="Outfit"/>
              <a:ea typeface="Outfit"/>
              <a:cs typeface="Outfit"/>
              <a:sym typeface="Outfit"/>
            </a:endParaRPr>
          </a:p>
          <a:p>
            <a:pPr indent="457200" lvl="0" marL="0" rtl="0" algn="just">
              <a:spcBef>
                <a:spcPts val="0"/>
              </a:spcBef>
              <a:spcAft>
                <a:spcPts val="0"/>
              </a:spcAft>
              <a:buNone/>
            </a:pPr>
            <a:r>
              <a:t/>
            </a:r>
            <a:endParaRPr sz="3000">
              <a:solidFill>
                <a:schemeClr val="lt1"/>
              </a:solidFill>
              <a:latin typeface="Outfit"/>
              <a:ea typeface="Outfit"/>
              <a:cs typeface="Outfit"/>
              <a:sym typeface="Outfit"/>
            </a:endParaRPr>
          </a:p>
          <a:p>
            <a:pPr indent="457200" lvl="0" marL="0" rtl="0" algn="just">
              <a:spcBef>
                <a:spcPts val="0"/>
              </a:spcBef>
              <a:spcAft>
                <a:spcPts val="0"/>
              </a:spcAft>
              <a:buNone/>
            </a:pPr>
            <a:r>
              <a:t/>
            </a:r>
            <a:endParaRPr sz="3000">
              <a:solidFill>
                <a:schemeClr val="lt1"/>
              </a:solidFill>
              <a:latin typeface="Outfit"/>
              <a:ea typeface="Outfit"/>
              <a:cs typeface="Outfit"/>
              <a:sym typeface="Outfit"/>
            </a:endParaRPr>
          </a:p>
          <a:p>
            <a:pPr indent="0" lvl="0" marL="457200" rtl="0" algn="l">
              <a:spcBef>
                <a:spcPts val="0"/>
              </a:spcBef>
              <a:spcAft>
                <a:spcPts val="0"/>
              </a:spcAft>
              <a:buNone/>
            </a:pPr>
            <a:r>
              <a:t/>
            </a:r>
            <a:endParaRPr sz="3000">
              <a:solidFill>
                <a:schemeClr val="lt1"/>
              </a:solidFill>
            </a:endParaRPr>
          </a:p>
        </p:txBody>
      </p:sp>
      <p:sp>
        <p:nvSpPr>
          <p:cNvPr id="66" name="Google Shape;66;p13"/>
          <p:cNvSpPr txBox="1"/>
          <p:nvPr/>
        </p:nvSpPr>
        <p:spPr>
          <a:xfrm>
            <a:off x="12896400" y="10678025"/>
            <a:ext cx="13526400" cy="4698900"/>
          </a:xfrm>
          <a:prstGeom prst="rect">
            <a:avLst/>
          </a:prstGeom>
          <a:noFill/>
          <a:ln>
            <a:noFill/>
          </a:ln>
        </p:spPr>
        <p:txBody>
          <a:bodyPr anchorCtr="0" anchor="t" bIns="91425" lIns="91425" spcFirstLastPara="1" rIns="91425" wrap="square" tIns="91425">
            <a:noAutofit/>
          </a:bodyPr>
          <a:lstStyle/>
          <a:p>
            <a:pPr indent="457200" lvl="0" marL="0" rtl="0" algn="just">
              <a:spcBef>
                <a:spcPts val="0"/>
              </a:spcBef>
              <a:spcAft>
                <a:spcPts val="0"/>
              </a:spcAft>
              <a:buNone/>
            </a:pPr>
            <a:r>
              <a:rPr lang="en" sz="3000">
                <a:solidFill>
                  <a:schemeClr val="lt1"/>
                </a:solidFill>
                <a:latin typeface="Outfit"/>
                <a:ea typeface="Outfit"/>
                <a:cs typeface="Outfit"/>
                <a:sym typeface="Outfit"/>
              </a:rPr>
              <a:t>In both </a:t>
            </a:r>
            <a:r>
              <a:rPr lang="en" sz="3000">
                <a:solidFill>
                  <a:schemeClr val="lt1"/>
                </a:solidFill>
                <a:latin typeface="Outfit"/>
                <a:ea typeface="Outfit"/>
                <a:cs typeface="Outfit"/>
                <a:sym typeface="Outfit"/>
              </a:rPr>
              <a:t>clusters, w</a:t>
            </a:r>
            <a:r>
              <a:rPr lang="en" sz="3000">
                <a:solidFill>
                  <a:schemeClr val="lt1"/>
                </a:solidFill>
                <a:latin typeface="Outfit"/>
                <a:ea typeface="Outfit"/>
                <a:cs typeface="Outfit"/>
                <a:sym typeface="Outfit"/>
              </a:rPr>
              <a:t>e built independent catalogs of stars and their brightnesses in the </a:t>
            </a:r>
            <a:r>
              <a:rPr i="1" lang="en" sz="3000">
                <a:solidFill>
                  <a:schemeClr val="lt1"/>
                </a:solidFill>
                <a:latin typeface="Outfit"/>
                <a:ea typeface="Outfit"/>
                <a:cs typeface="Outfit"/>
                <a:sym typeface="Outfit"/>
              </a:rPr>
              <a:t>g</a:t>
            </a:r>
            <a:r>
              <a:rPr lang="en" sz="3000">
                <a:solidFill>
                  <a:schemeClr val="lt1"/>
                </a:solidFill>
                <a:latin typeface="Outfit"/>
                <a:ea typeface="Outfit"/>
                <a:cs typeface="Outfit"/>
                <a:sym typeface="Outfit"/>
              </a:rPr>
              <a:t>, </a:t>
            </a:r>
            <a:r>
              <a:rPr i="1" lang="en" sz="3000">
                <a:solidFill>
                  <a:schemeClr val="lt1"/>
                </a:solidFill>
                <a:latin typeface="Outfit"/>
                <a:ea typeface="Outfit"/>
                <a:cs typeface="Outfit"/>
                <a:sym typeface="Outfit"/>
              </a:rPr>
              <a:t>r,</a:t>
            </a:r>
            <a:r>
              <a:rPr lang="en" sz="3000">
                <a:solidFill>
                  <a:schemeClr val="lt1"/>
                </a:solidFill>
                <a:latin typeface="Outfit"/>
                <a:ea typeface="Outfit"/>
                <a:cs typeface="Outfit"/>
                <a:sym typeface="Outfit"/>
              </a:rPr>
              <a:t> and </a:t>
            </a:r>
            <a:r>
              <a:rPr i="1" lang="en" sz="3000">
                <a:solidFill>
                  <a:schemeClr val="lt1"/>
                </a:solidFill>
                <a:latin typeface="Outfit"/>
                <a:ea typeface="Outfit"/>
                <a:cs typeface="Outfit"/>
                <a:sym typeface="Outfit"/>
              </a:rPr>
              <a:t>i</a:t>
            </a:r>
            <a:r>
              <a:rPr lang="en" sz="3000">
                <a:solidFill>
                  <a:schemeClr val="lt1"/>
                </a:solidFill>
                <a:latin typeface="Outfit"/>
                <a:ea typeface="Outfit"/>
                <a:cs typeface="Outfit"/>
                <a:sym typeface="Outfit"/>
              </a:rPr>
              <a:t> filters. We then c</a:t>
            </a:r>
            <a:r>
              <a:rPr lang="en" sz="3000">
                <a:solidFill>
                  <a:schemeClr val="lt1"/>
                </a:solidFill>
                <a:latin typeface="Outfit"/>
                <a:ea typeface="Outfit"/>
                <a:cs typeface="Outfit"/>
                <a:sym typeface="Outfit"/>
              </a:rPr>
              <a:t>orrected for any pointing differences between images b</a:t>
            </a:r>
            <a:r>
              <a:rPr lang="en" sz="3000">
                <a:solidFill>
                  <a:schemeClr val="lt1"/>
                </a:solidFill>
                <a:latin typeface="Outfit"/>
                <a:ea typeface="Outfit"/>
                <a:cs typeface="Outfit"/>
                <a:sym typeface="Outfit"/>
              </a:rPr>
              <a:t>y matching each star entry from one catalog to an entry in another. By subtracting the brightness of a matched star in one filter from its brightness in another filter, we calculate the ‘color index’, a vital quantity for estimating the star’s age.</a:t>
            </a:r>
            <a:endParaRPr sz="3000">
              <a:solidFill>
                <a:schemeClr val="lt1"/>
              </a:solidFill>
              <a:latin typeface="Outfit"/>
              <a:ea typeface="Outfit"/>
              <a:cs typeface="Outfit"/>
              <a:sym typeface="Outfit"/>
            </a:endParaRPr>
          </a:p>
          <a:p>
            <a:pPr indent="0" lvl="0" marL="0" rtl="0" algn="just">
              <a:spcBef>
                <a:spcPts val="0"/>
              </a:spcBef>
              <a:spcAft>
                <a:spcPts val="0"/>
              </a:spcAft>
              <a:buNone/>
            </a:pPr>
            <a:r>
              <a:t/>
            </a:r>
            <a:endParaRPr sz="3000">
              <a:solidFill>
                <a:schemeClr val="lt1"/>
              </a:solidFill>
              <a:latin typeface="Outfit"/>
              <a:ea typeface="Outfit"/>
              <a:cs typeface="Outfit"/>
              <a:sym typeface="Outfit"/>
            </a:endParaRPr>
          </a:p>
          <a:p>
            <a:pPr indent="457200" lvl="0" marL="0" rtl="0" algn="just">
              <a:spcBef>
                <a:spcPts val="0"/>
              </a:spcBef>
              <a:spcAft>
                <a:spcPts val="0"/>
              </a:spcAft>
              <a:buNone/>
            </a:pPr>
            <a:r>
              <a:rPr lang="en" sz="3000">
                <a:solidFill>
                  <a:schemeClr val="lt1"/>
                </a:solidFill>
                <a:latin typeface="Outfit"/>
                <a:ea typeface="Outfit"/>
                <a:cs typeface="Outfit"/>
                <a:sym typeface="Outfit"/>
              </a:rPr>
              <a:t>Plotting the color index against the brightness for each star of the cluster gives us a statistical view of the evolutionary stage of the cluster as a whole. This plot is known as a color-magnitude diagram (CMD).</a:t>
            </a:r>
            <a:endParaRPr sz="3000">
              <a:solidFill>
                <a:schemeClr val="lt1"/>
              </a:solidFill>
              <a:latin typeface="Outfit"/>
              <a:ea typeface="Outfit"/>
              <a:cs typeface="Outfit"/>
              <a:sym typeface="Outfit"/>
            </a:endParaRPr>
          </a:p>
        </p:txBody>
      </p:sp>
      <p:sp>
        <p:nvSpPr>
          <p:cNvPr id="67" name="Google Shape;67;p13"/>
          <p:cNvSpPr txBox="1"/>
          <p:nvPr/>
        </p:nvSpPr>
        <p:spPr>
          <a:xfrm>
            <a:off x="1432775" y="22298309"/>
            <a:ext cx="9624900" cy="6109200"/>
          </a:xfrm>
          <a:prstGeom prst="rect">
            <a:avLst/>
          </a:prstGeom>
          <a:noFill/>
          <a:ln>
            <a:noFill/>
          </a:ln>
        </p:spPr>
        <p:txBody>
          <a:bodyPr anchorCtr="0" anchor="t" bIns="91425" lIns="91425" spcFirstLastPara="1" rIns="91425" wrap="square" tIns="91425">
            <a:noAutofit/>
          </a:bodyPr>
          <a:lstStyle/>
          <a:p>
            <a:pPr indent="457200" lvl="0" marL="0" rtl="0" algn="just">
              <a:spcBef>
                <a:spcPts val="0"/>
              </a:spcBef>
              <a:spcAft>
                <a:spcPts val="0"/>
              </a:spcAft>
              <a:buNone/>
            </a:pPr>
            <a:r>
              <a:rPr lang="en" sz="3000">
                <a:solidFill>
                  <a:schemeClr val="lt1"/>
                </a:solidFill>
                <a:latin typeface="Outfit"/>
                <a:ea typeface="Outfit"/>
                <a:cs typeface="Outfit"/>
                <a:sym typeface="Outfit"/>
              </a:rPr>
              <a:t>Before taking images of M2 and M15, several calibration images were taken to characterize the noise and visual interference of the telescope’s CCD. Flat-field and bias images were collected and averaged into “master” bias and flat-fields, as seen below. Using the bias images, we calculated the noise emitted by the CCD. Cooling the CCD to low temperatures reduces bias noise and allows us to take clear images. Artifacts like vignetting, dust shadows, vertical bands and brightness gradients are all visible in the master calibration frames. By subtracting these factors from our raw M15 and M2 images, we ensure the cleanest possible data for further analysis. </a:t>
            </a:r>
            <a:endParaRPr sz="4500">
              <a:solidFill>
                <a:schemeClr val="lt1"/>
              </a:solidFill>
            </a:endParaRPr>
          </a:p>
        </p:txBody>
      </p:sp>
      <p:pic>
        <p:nvPicPr>
          <p:cNvPr id="68" name="Google Shape;68;p13" title="ngc7078_cmd-1.png"/>
          <p:cNvPicPr preferRelativeResize="0"/>
          <p:nvPr/>
        </p:nvPicPr>
        <p:blipFill>
          <a:blip r:embed="rId6">
            <a:alphaModFix/>
          </a:blip>
          <a:stretch>
            <a:fillRect/>
          </a:stretch>
        </p:blipFill>
        <p:spPr>
          <a:xfrm>
            <a:off x="33279388" y="21078915"/>
            <a:ext cx="3788125" cy="3788125"/>
          </a:xfrm>
          <a:prstGeom prst="rect">
            <a:avLst/>
          </a:prstGeom>
          <a:solidFill>
            <a:srgbClr val="0B5394"/>
          </a:solidFill>
          <a:ln cap="flat" cmpd="sng" w="9525">
            <a:solidFill>
              <a:srgbClr val="0B5394"/>
            </a:solidFill>
            <a:prstDash val="solid"/>
            <a:round/>
            <a:headEnd len="sm" w="sm" type="none"/>
            <a:tailEnd len="sm" w="sm" type="none"/>
          </a:ln>
        </p:spPr>
      </p:pic>
      <p:sp>
        <p:nvSpPr>
          <p:cNvPr id="69" name="Google Shape;69;p13"/>
          <p:cNvSpPr txBox="1"/>
          <p:nvPr/>
        </p:nvSpPr>
        <p:spPr>
          <a:xfrm>
            <a:off x="5806200" y="5453425"/>
            <a:ext cx="27706800" cy="3313500"/>
          </a:xfrm>
          <a:prstGeom prst="rect">
            <a:avLst/>
          </a:prstGeom>
          <a:noFill/>
          <a:ln>
            <a:noFill/>
          </a:ln>
        </p:spPr>
        <p:txBody>
          <a:bodyPr anchorCtr="0" anchor="t" bIns="91425" lIns="91425" spcFirstLastPara="1" rIns="91425" wrap="square" tIns="91425">
            <a:noAutofit/>
          </a:bodyPr>
          <a:lstStyle/>
          <a:p>
            <a:pPr indent="457200" lvl="0" marL="0" rtl="0" algn="just">
              <a:lnSpc>
                <a:spcPct val="115000"/>
              </a:lnSpc>
              <a:spcBef>
                <a:spcPts val="0"/>
              </a:spcBef>
              <a:spcAft>
                <a:spcPts val="0"/>
              </a:spcAft>
              <a:buNone/>
            </a:pPr>
            <a:r>
              <a:rPr lang="en" sz="3000">
                <a:solidFill>
                  <a:schemeClr val="lt1"/>
                </a:solidFill>
                <a:latin typeface="Outfit"/>
                <a:ea typeface="Outfit"/>
                <a:cs typeface="Outfit"/>
                <a:sym typeface="Outfit"/>
              </a:rPr>
              <a:t>Star clusters are great laboratories for studying stars and their properties because all of the stars were born as a single population, thus having the same age, composition, and distance. Obtaining precise age measurements of star clusters is important to further constrain and test models of stellar and galactic evolution including, stellar dynamics, galaxy formation, and chemical evolution. Using UW-Madison’s 16-inch Linda Sue optical telescope in the Livingston-Stark Observatory, we collected photometric data on the globular clusters Messier 2 (M2) and Messier 15 (M15) in multiple filters and measured each star’s brightness. After calibration, we estimated the age of M2 and M15 to be 12.589 Gyr and 12.5 Gyr respectively, by fitting a stellar evolution model to our observed color-magnitude diagram.</a:t>
            </a:r>
            <a:endParaRPr sz="3000">
              <a:solidFill>
                <a:schemeClr val="dk2"/>
              </a:solidFill>
              <a:latin typeface="Outfit"/>
              <a:ea typeface="Outfit"/>
              <a:cs typeface="Outfit"/>
              <a:sym typeface="Outfit"/>
            </a:endParaRPr>
          </a:p>
        </p:txBody>
      </p:sp>
      <p:sp>
        <p:nvSpPr>
          <p:cNvPr id="70" name="Google Shape;70;p13"/>
          <p:cNvSpPr txBox="1"/>
          <p:nvPr/>
        </p:nvSpPr>
        <p:spPr>
          <a:xfrm>
            <a:off x="7858050" y="2454475"/>
            <a:ext cx="23603100" cy="17898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3200">
                <a:solidFill>
                  <a:schemeClr val="lt1"/>
                </a:solidFill>
                <a:latin typeface="Outfit"/>
                <a:ea typeface="Outfit"/>
                <a:cs typeface="Outfit"/>
                <a:sym typeface="Outfit"/>
              </a:rPr>
              <a:t>Safyr Barlow</a:t>
            </a:r>
            <a:r>
              <a:rPr baseline="30000" lang="en" sz="3200">
                <a:solidFill>
                  <a:schemeClr val="lt1"/>
                </a:solidFill>
                <a:latin typeface="Outfit"/>
                <a:ea typeface="Outfit"/>
                <a:cs typeface="Outfit"/>
                <a:sym typeface="Outfit"/>
              </a:rPr>
              <a:t>1</a:t>
            </a:r>
            <a:r>
              <a:rPr lang="en" sz="3200">
                <a:solidFill>
                  <a:schemeClr val="lt1"/>
                </a:solidFill>
                <a:latin typeface="Outfit"/>
                <a:ea typeface="Outfit"/>
                <a:cs typeface="Outfit"/>
                <a:sym typeface="Outfit"/>
              </a:rPr>
              <a:t>, Brooklyn Gustaf</a:t>
            </a:r>
            <a:r>
              <a:rPr baseline="30000" lang="en" sz="3200">
                <a:solidFill>
                  <a:schemeClr val="lt1"/>
                </a:solidFill>
                <a:latin typeface="Outfit"/>
                <a:ea typeface="Outfit"/>
                <a:cs typeface="Outfit"/>
                <a:sym typeface="Outfit"/>
              </a:rPr>
              <a:t>1</a:t>
            </a:r>
            <a:r>
              <a:rPr lang="en" sz="3200">
                <a:solidFill>
                  <a:schemeClr val="lt1"/>
                </a:solidFill>
                <a:latin typeface="Outfit"/>
                <a:ea typeface="Outfit"/>
                <a:cs typeface="Outfit"/>
                <a:sym typeface="Outfit"/>
              </a:rPr>
              <a:t>, Lauren Khoury</a:t>
            </a:r>
            <a:r>
              <a:rPr baseline="30000" lang="en" sz="3200">
                <a:solidFill>
                  <a:schemeClr val="lt1"/>
                </a:solidFill>
                <a:latin typeface="Outfit"/>
                <a:ea typeface="Outfit"/>
                <a:cs typeface="Outfit"/>
                <a:sym typeface="Outfit"/>
              </a:rPr>
              <a:t>1</a:t>
            </a:r>
            <a:r>
              <a:rPr lang="en" sz="3200">
                <a:solidFill>
                  <a:schemeClr val="lt1"/>
                </a:solidFill>
                <a:latin typeface="Outfit"/>
                <a:ea typeface="Outfit"/>
                <a:cs typeface="Outfit"/>
                <a:sym typeface="Outfit"/>
              </a:rPr>
              <a:t>, Mihir Manna</a:t>
            </a:r>
            <a:r>
              <a:rPr baseline="30000" lang="en" sz="3200">
                <a:solidFill>
                  <a:schemeClr val="lt1"/>
                </a:solidFill>
                <a:latin typeface="Outfit"/>
                <a:ea typeface="Outfit"/>
                <a:cs typeface="Outfit"/>
                <a:sym typeface="Outfit"/>
              </a:rPr>
              <a:t>1</a:t>
            </a:r>
            <a:r>
              <a:rPr lang="en" sz="3200">
                <a:solidFill>
                  <a:schemeClr val="lt1"/>
                </a:solidFill>
                <a:latin typeface="Outfit"/>
                <a:ea typeface="Outfit"/>
                <a:cs typeface="Outfit"/>
                <a:sym typeface="Outfit"/>
              </a:rPr>
              <a:t>, Adam Miller</a:t>
            </a:r>
            <a:r>
              <a:rPr baseline="30000" lang="en" sz="3200">
                <a:solidFill>
                  <a:schemeClr val="lt1"/>
                </a:solidFill>
                <a:latin typeface="Outfit"/>
                <a:ea typeface="Outfit"/>
                <a:cs typeface="Outfit"/>
                <a:sym typeface="Outfit"/>
              </a:rPr>
              <a:t>1</a:t>
            </a:r>
            <a:r>
              <a:rPr lang="en" sz="3200">
                <a:solidFill>
                  <a:schemeClr val="lt1"/>
                </a:solidFill>
                <a:latin typeface="Outfit"/>
                <a:ea typeface="Outfit"/>
                <a:cs typeface="Outfit"/>
                <a:sym typeface="Outfit"/>
              </a:rPr>
              <a:t>, Kyleigh Neuschwander-McDermott</a:t>
            </a:r>
            <a:r>
              <a:rPr baseline="30000" lang="en" sz="3200">
                <a:solidFill>
                  <a:schemeClr val="lt1"/>
                </a:solidFill>
                <a:latin typeface="Outfit"/>
                <a:ea typeface="Outfit"/>
                <a:cs typeface="Outfit"/>
                <a:sym typeface="Outfit"/>
              </a:rPr>
              <a:t>1</a:t>
            </a:r>
            <a:r>
              <a:rPr lang="en" sz="3200">
                <a:solidFill>
                  <a:schemeClr val="lt1"/>
                </a:solidFill>
                <a:latin typeface="Outfit"/>
                <a:ea typeface="Outfit"/>
                <a:cs typeface="Outfit"/>
                <a:sym typeface="Outfit"/>
              </a:rPr>
              <a:t>, Nicholas Perry</a:t>
            </a:r>
            <a:r>
              <a:rPr baseline="30000" lang="en" sz="3200">
                <a:solidFill>
                  <a:schemeClr val="lt1"/>
                </a:solidFill>
                <a:latin typeface="Outfit"/>
                <a:ea typeface="Outfit"/>
                <a:cs typeface="Outfit"/>
                <a:sym typeface="Outfit"/>
              </a:rPr>
              <a:t>1</a:t>
            </a:r>
            <a:endParaRPr baseline="30000" sz="3200">
              <a:solidFill>
                <a:schemeClr val="lt1"/>
              </a:solidFill>
              <a:latin typeface="Outfit"/>
              <a:ea typeface="Outfit"/>
              <a:cs typeface="Outfit"/>
              <a:sym typeface="Outfit"/>
            </a:endParaRPr>
          </a:p>
          <a:p>
            <a:pPr indent="0" lvl="0" marL="0" rtl="0" algn="ctr">
              <a:spcBef>
                <a:spcPts val="0"/>
              </a:spcBef>
              <a:spcAft>
                <a:spcPts val="0"/>
              </a:spcAft>
              <a:buNone/>
            </a:pPr>
            <a:r>
              <a:rPr lang="en" sz="3200">
                <a:solidFill>
                  <a:schemeClr val="lt1"/>
                </a:solidFill>
                <a:latin typeface="Outfit"/>
                <a:ea typeface="Outfit"/>
                <a:cs typeface="Outfit"/>
                <a:sym typeface="Outfit"/>
              </a:rPr>
              <a:t>Hongxing Chen</a:t>
            </a:r>
            <a:r>
              <a:rPr baseline="30000" lang="en" sz="3200">
                <a:solidFill>
                  <a:schemeClr val="lt1"/>
                </a:solidFill>
                <a:latin typeface="Outfit"/>
                <a:ea typeface="Outfit"/>
                <a:cs typeface="Outfit"/>
                <a:sym typeface="Outfit"/>
              </a:rPr>
              <a:t>1</a:t>
            </a:r>
            <a:r>
              <a:rPr lang="en" sz="3200">
                <a:solidFill>
                  <a:schemeClr val="lt1"/>
                </a:solidFill>
                <a:latin typeface="Outfit"/>
                <a:ea typeface="Outfit"/>
                <a:cs typeface="Outfit"/>
                <a:sym typeface="Outfit"/>
              </a:rPr>
              <a:t>, </a:t>
            </a:r>
            <a:r>
              <a:rPr lang="en" sz="3200">
                <a:solidFill>
                  <a:schemeClr val="lt1"/>
                </a:solidFill>
                <a:latin typeface="Outfit"/>
                <a:ea typeface="Outfit"/>
                <a:cs typeface="Outfit"/>
                <a:sym typeface="Outfit"/>
              </a:rPr>
              <a:t>Dr. Snezana Stanimirovic</a:t>
            </a:r>
            <a:r>
              <a:rPr baseline="30000" lang="en" sz="3200">
                <a:solidFill>
                  <a:schemeClr val="lt1"/>
                </a:solidFill>
                <a:latin typeface="Outfit"/>
                <a:ea typeface="Outfit"/>
                <a:cs typeface="Outfit"/>
                <a:sym typeface="Outfit"/>
              </a:rPr>
              <a:t>1</a:t>
            </a:r>
            <a:r>
              <a:rPr lang="en" sz="3200">
                <a:solidFill>
                  <a:schemeClr val="lt1"/>
                </a:solidFill>
                <a:latin typeface="Outfit"/>
                <a:ea typeface="Outfit"/>
                <a:cs typeface="Outfit"/>
                <a:sym typeface="Outfit"/>
              </a:rPr>
              <a:t>, Dr. Nicholas Mc</a:t>
            </a:r>
            <a:r>
              <a:rPr lang="en" sz="3200">
                <a:solidFill>
                  <a:schemeClr val="lt1"/>
                </a:solidFill>
                <a:latin typeface="Outfit"/>
                <a:ea typeface="Outfit"/>
                <a:cs typeface="Outfit"/>
                <a:sym typeface="Outfit"/>
              </a:rPr>
              <a:t>c</a:t>
            </a:r>
            <a:r>
              <a:rPr lang="en" sz="3200">
                <a:solidFill>
                  <a:schemeClr val="lt1"/>
                </a:solidFill>
                <a:latin typeface="Outfit"/>
                <a:ea typeface="Outfit"/>
                <a:cs typeface="Outfit"/>
                <a:sym typeface="Outfit"/>
              </a:rPr>
              <a:t>onnell</a:t>
            </a:r>
            <a:r>
              <a:rPr baseline="30000" lang="en" sz="3200">
                <a:solidFill>
                  <a:schemeClr val="lt1"/>
                </a:solidFill>
                <a:latin typeface="Outfit"/>
                <a:ea typeface="Outfit"/>
                <a:cs typeface="Outfit"/>
                <a:sym typeface="Outfit"/>
              </a:rPr>
              <a:t>1</a:t>
            </a:r>
            <a:endParaRPr baseline="30000" sz="3200">
              <a:solidFill>
                <a:schemeClr val="lt1"/>
              </a:solidFill>
              <a:latin typeface="Outfit"/>
              <a:ea typeface="Outfit"/>
              <a:cs typeface="Outfit"/>
              <a:sym typeface="Outfit"/>
            </a:endParaRPr>
          </a:p>
          <a:p>
            <a:pPr indent="0" lvl="0" marL="0" rtl="0" algn="ctr">
              <a:spcBef>
                <a:spcPts val="0"/>
              </a:spcBef>
              <a:spcAft>
                <a:spcPts val="0"/>
              </a:spcAft>
              <a:buNone/>
            </a:pPr>
            <a:r>
              <a:rPr baseline="30000" lang="en" sz="3200">
                <a:solidFill>
                  <a:schemeClr val="lt1"/>
                </a:solidFill>
                <a:latin typeface="Outfit"/>
                <a:ea typeface="Outfit"/>
                <a:cs typeface="Outfit"/>
                <a:sym typeface="Outfit"/>
              </a:rPr>
              <a:t>1</a:t>
            </a:r>
            <a:r>
              <a:rPr lang="en" sz="3200">
                <a:solidFill>
                  <a:schemeClr val="lt1"/>
                </a:solidFill>
                <a:latin typeface="Outfit"/>
                <a:ea typeface="Outfit"/>
                <a:cs typeface="Outfit"/>
                <a:sym typeface="Outfit"/>
              </a:rPr>
              <a:t>University of Wisconsin, Madison - Department of Astronomy</a:t>
            </a:r>
            <a:endParaRPr sz="3200">
              <a:solidFill>
                <a:schemeClr val="lt1"/>
              </a:solidFill>
              <a:latin typeface="Outfit"/>
              <a:ea typeface="Outfit"/>
              <a:cs typeface="Outfit"/>
              <a:sym typeface="Outfit"/>
            </a:endParaRPr>
          </a:p>
        </p:txBody>
      </p:sp>
      <p:pic>
        <p:nvPicPr>
          <p:cNvPr id="71" name="Google Shape;71;p13" title="telescope.png"/>
          <p:cNvPicPr preferRelativeResize="0"/>
          <p:nvPr/>
        </p:nvPicPr>
        <p:blipFill>
          <a:blip r:embed="rId7">
            <a:alphaModFix/>
          </a:blip>
          <a:stretch>
            <a:fillRect/>
          </a:stretch>
        </p:blipFill>
        <p:spPr>
          <a:xfrm>
            <a:off x="1033701" y="3819022"/>
            <a:ext cx="3711300" cy="4947900"/>
          </a:xfrm>
          <a:prstGeom prst="roundRect">
            <a:avLst>
              <a:gd fmla="val 10003" name="adj"/>
            </a:avLst>
          </a:prstGeom>
          <a:solidFill>
            <a:srgbClr val="000000"/>
          </a:solidFill>
          <a:ln cap="flat" cmpd="sng" w="9525">
            <a:solidFill>
              <a:srgbClr val="0B5394"/>
            </a:solidFill>
            <a:prstDash val="solid"/>
            <a:round/>
            <a:headEnd len="sm" w="sm" type="none"/>
            <a:tailEnd len="sm" w="sm" type="none"/>
          </a:ln>
        </p:spPr>
      </p:pic>
      <p:sp>
        <p:nvSpPr>
          <p:cNvPr id="72" name="Google Shape;72;p13"/>
          <p:cNvSpPr txBox="1"/>
          <p:nvPr/>
        </p:nvSpPr>
        <p:spPr>
          <a:xfrm>
            <a:off x="12896400" y="26431325"/>
            <a:ext cx="13526400" cy="4947900"/>
          </a:xfrm>
          <a:prstGeom prst="rect">
            <a:avLst/>
          </a:prstGeom>
          <a:noFill/>
          <a:ln>
            <a:noFill/>
          </a:ln>
        </p:spPr>
        <p:txBody>
          <a:bodyPr anchorCtr="0" anchor="t" bIns="91425" lIns="91425" spcFirstLastPara="1" rIns="91425" wrap="square" tIns="91425">
            <a:noAutofit/>
          </a:bodyPr>
          <a:lstStyle/>
          <a:p>
            <a:pPr indent="457200" lvl="0" marL="0" rtl="0" algn="just">
              <a:spcBef>
                <a:spcPts val="0"/>
              </a:spcBef>
              <a:spcAft>
                <a:spcPts val="0"/>
              </a:spcAft>
              <a:buNone/>
            </a:pPr>
            <a:r>
              <a:rPr lang="en" sz="3000">
                <a:solidFill>
                  <a:schemeClr val="lt1"/>
                </a:solidFill>
                <a:latin typeface="Outfit"/>
                <a:ea typeface="Outfit"/>
                <a:cs typeface="Outfit"/>
                <a:sym typeface="Outfit"/>
              </a:rPr>
              <a:t>To </a:t>
            </a:r>
            <a:r>
              <a:rPr lang="en" sz="3000">
                <a:solidFill>
                  <a:schemeClr val="lt1"/>
                </a:solidFill>
                <a:latin typeface="Outfit"/>
                <a:ea typeface="Outfit"/>
                <a:cs typeface="Outfit"/>
                <a:sym typeface="Outfit"/>
              </a:rPr>
              <a:t>quantitatively</a:t>
            </a:r>
            <a:r>
              <a:rPr lang="en" sz="3000">
                <a:solidFill>
                  <a:schemeClr val="lt1"/>
                </a:solidFill>
                <a:latin typeface="Outfit"/>
                <a:ea typeface="Outfit"/>
                <a:cs typeface="Outfit"/>
                <a:sym typeface="Outfit"/>
              </a:rPr>
              <a:t> estimate the properties of each cluster’s stars, we matched our data to curves of constant age known as </a:t>
            </a:r>
            <a:r>
              <a:rPr i="1" lang="en" sz="3000">
                <a:solidFill>
                  <a:schemeClr val="lt1"/>
                </a:solidFill>
                <a:latin typeface="Outfit"/>
                <a:ea typeface="Outfit"/>
                <a:cs typeface="Outfit"/>
                <a:sym typeface="Outfit"/>
              </a:rPr>
              <a:t>isochrones</a:t>
            </a:r>
            <a:r>
              <a:rPr lang="en" sz="3000">
                <a:solidFill>
                  <a:schemeClr val="lt1"/>
                </a:solidFill>
                <a:latin typeface="Outfit"/>
                <a:ea typeface="Outfit"/>
                <a:cs typeface="Outfit"/>
                <a:sym typeface="Outfit"/>
              </a:rPr>
              <a:t>. These give the expected trajectory a star will evolve along from birth to death. Every star located on a given isochrone has the same age, letting us estimate the age of an entire cluster by determining the best-fitting isochrone.</a:t>
            </a:r>
            <a:endParaRPr sz="3000">
              <a:solidFill>
                <a:schemeClr val="lt1"/>
              </a:solidFill>
              <a:latin typeface="Outfit"/>
              <a:ea typeface="Outfit"/>
              <a:cs typeface="Outfit"/>
              <a:sym typeface="Outfit"/>
            </a:endParaRPr>
          </a:p>
          <a:p>
            <a:pPr indent="0" lvl="0" marL="0" rtl="0" algn="just">
              <a:spcBef>
                <a:spcPts val="0"/>
              </a:spcBef>
              <a:spcAft>
                <a:spcPts val="0"/>
              </a:spcAft>
              <a:buNone/>
            </a:pPr>
            <a:r>
              <a:t/>
            </a:r>
            <a:endParaRPr sz="3000">
              <a:solidFill>
                <a:schemeClr val="lt1"/>
              </a:solidFill>
              <a:latin typeface="Outfit"/>
              <a:ea typeface="Outfit"/>
              <a:cs typeface="Outfit"/>
              <a:sym typeface="Outfit"/>
            </a:endParaRPr>
          </a:p>
          <a:p>
            <a:pPr indent="457200" lvl="0" marL="0" rtl="0" algn="just">
              <a:spcBef>
                <a:spcPts val="0"/>
              </a:spcBef>
              <a:spcAft>
                <a:spcPts val="0"/>
              </a:spcAft>
              <a:buNone/>
            </a:pPr>
            <a:r>
              <a:rPr lang="en" sz="3000">
                <a:solidFill>
                  <a:schemeClr val="lt1"/>
                </a:solidFill>
                <a:latin typeface="Outfit"/>
                <a:ea typeface="Outfit"/>
                <a:cs typeface="Outfit"/>
                <a:sym typeface="Outfit"/>
              </a:rPr>
              <a:t>Isochrone shapes are also affected by </a:t>
            </a:r>
            <a:r>
              <a:rPr i="1" lang="en" sz="3000">
                <a:solidFill>
                  <a:schemeClr val="lt1"/>
                </a:solidFill>
                <a:latin typeface="Outfit"/>
                <a:ea typeface="Outfit"/>
                <a:cs typeface="Outfit"/>
                <a:sym typeface="Outfit"/>
              </a:rPr>
              <a:t>metallicity</a:t>
            </a:r>
            <a:r>
              <a:rPr lang="en" sz="3000">
                <a:solidFill>
                  <a:schemeClr val="lt1"/>
                </a:solidFill>
                <a:latin typeface="Outfit"/>
                <a:ea typeface="Outfit"/>
                <a:cs typeface="Outfit"/>
                <a:sym typeface="Outfit"/>
              </a:rPr>
              <a:t>, which describes the fraction of elements heavier than hydrogen or helium in a star. For M2 (left), we estimated an age of 12.589 Gyr at a metallicity of 0.03. For M15 (right), we estimated an age of 12.5 Gyr at a metallicity of 0.01.</a:t>
            </a:r>
            <a:endParaRPr sz="3000">
              <a:solidFill>
                <a:schemeClr val="lt1"/>
              </a:solidFill>
              <a:latin typeface="Outfit"/>
              <a:ea typeface="Outfit"/>
              <a:cs typeface="Outfit"/>
              <a:sym typeface="Outfit"/>
            </a:endParaRPr>
          </a:p>
        </p:txBody>
      </p:sp>
      <p:pic>
        <p:nvPicPr>
          <p:cNvPr id="73" name="Google Shape;73;p13" title="Screenshot 2025-12-09 at 4.51.16 PM.png"/>
          <p:cNvPicPr preferRelativeResize="0"/>
          <p:nvPr/>
        </p:nvPicPr>
        <p:blipFill>
          <a:blip r:embed="rId8">
            <a:alphaModFix/>
          </a:blip>
          <a:stretch>
            <a:fillRect/>
          </a:stretch>
        </p:blipFill>
        <p:spPr>
          <a:xfrm>
            <a:off x="34385250" y="3977226"/>
            <a:ext cx="4061750" cy="4813899"/>
          </a:xfrm>
          <a:prstGeom prst="rect">
            <a:avLst/>
          </a:prstGeom>
          <a:noFill/>
          <a:ln>
            <a:noFill/>
          </a:ln>
        </p:spPr>
      </p:pic>
      <p:sp>
        <p:nvSpPr>
          <p:cNvPr id="74" name="Google Shape;74;p13"/>
          <p:cNvSpPr txBox="1"/>
          <p:nvPr/>
        </p:nvSpPr>
        <p:spPr>
          <a:xfrm>
            <a:off x="28270300" y="27643050"/>
            <a:ext cx="9499200" cy="3615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i="1" lang="en" sz="2000">
                <a:solidFill>
                  <a:schemeClr val="lt1"/>
                </a:solidFill>
                <a:latin typeface="Outfit"/>
                <a:ea typeface="Outfit"/>
                <a:cs typeface="Outfit"/>
                <a:sym typeface="Outfit"/>
              </a:rPr>
              <a:t>Astropy Collaboration, Robitaille, T. P., Tollerud, E. J., et al. 2013, A&amp;A, 558, A33,</a:t>
            </a:r>
            <a:endParaRPr i="1" sz="2000">
              <a:solidFill>
                <a:schemeClr val="lt1"/>
              </a:solidFill>
              <a:latin typeface="Outfit"/>
              <a:ea typeface="Outfit"/>
              <a:cs typeface="Outfit"/>
              <a:sym typeface="Outfit"/>
            </a:endParaRPr>
          </a:p>
          <a:p>
            <a:pPr indent="0" lvl="0" marL="0" rtl="0" algn="l">
              <a:spcBef>
                <a:spcPts val="0"/>
              </a:spcBef>
              <a:spcAft>
                <a:spcPts val="0"/>
              </a:spcAft>
              <a:buNone/>
            </a:pPr>
            <a:r>
              <a:rPr i="1" lang="en" sz="2000">
                <a:solidFill>
                  <a:schemeClr val="lt1"/>
                </a:solidFill>
                <a:latin typeface="Outfit"/>
                <a:ea typeface="Outfit"/>
                <a:cs typeface="Outfit"/>
                <a:sym typeface="Outfit"/>
              </a:rPr>
              <a:t>doi: 10.1051/0004-6361/201322068</a:t>
            </a:r>
            <a:endParaRPr i="1" sz="2000">
              <a:solidFill>
                <a:schemeClr val="lt1"/>
              </a:solidFill>
              <a:latin typeface="Outfit"/>
              <a:ea typeface="Outfit"/>
              <a:cs typeface="Outfit"/>
              <a:sym typeface="Outfit"/>
            </a:endParaRPr>
          </a:p>
          <a:p>
            <a:pPr indent="0" lvl="0" marL="0" rtl="0" algn="l">
              <a:spcBef>
                <a:spcPts val="0"/>
              </a:spcBef>
              <a:spcAft>
                <a:spcPts val="0"/>
              </a:spcAft>
              <a:buNone/>
            </a:pPr>
            <a:r>
              <a:t/>
            </a:r>
            <a:endParaRPr i="1" sz="2000">
              <a:solidFill>
                <a:schemeClr val="lt1"/>
              </a:solidFill>
              <a:latin typeface="Outfit"/>
              <a:ea typeface="Outfit"/>
              <a:cs typeface="Outfit"/>
              <a:sym typeface="Outfit"/>
            </a:endParaRPr>
          </a:p>
          <a:p>
            <a:pPr indent="0" lvl="0" marL="0" rtl="0" algn="l">
              <a:spcBef>
                <a:spcPts val="0"/>
              </a:spcBef>
              <a:spcAft>
                <a:spcPts val="0"/>
              </a:spcAft>
              <a:buClr>
                <a:schemeClr val="dk1"/>
              </a:buClr>
              <a:buSzPts val="1100"/>
              <a:buFont typeface="Arial"/>
              <a:buNone/>
            </a:pPr>
            <a:r>
              <a:rPr i="1" lang="en" sz="2000">
                <a:solidFill>
                  <a:schemeClr val="lt1"/>
                </a:solidFill>
                <a:latin typeface="Outfit"/>
                <a:ea typeface="Outfit"/>
                <a:cs typeface="Outfit"/>
                <a:sym typeface="Outfit"/>
              </a:rPr>
              <a:t>Bradley, L., Sipocz, B., Robitaille, T., et al. 2025, astropy/photutils: 2.2.0, 2.2.0, Zenodo, doi: 10.5281/zenodo.14889440</a:t>
            </a:r>
            <a:endParaRPr i="1" sz="2000">
              <a:solidFill>
                <a:schemeClr val="lt1"/>
              </a:solidFill>
              <a:latin typeface="Outfit"/>
              <a:ea typeface="Outfit"/>
              <a:cs typeface="Outfit"/>
              <a:sym typeface="Outfit"/>
            </a:endParaRPr>
          </a:p>
          <a:p>
            <a:pPr indent="0" lvl="0" marL="0" rtl="0" algn="l">
              <a:spcBef>
                <a:spcPts val="0"/>
              </a:spcBef>
              <a:spcAft>
                <a:spcPts val="0"/>
              </a:spcAft>
              <a:buNone/>
            </a:pPr>
            <a:r>
              <a:t/>
            </a:r>
            <a:endParaRPr i="1" sz="2000">
              <a:solidFill>
                <a:schemeClr val="lt1"/>
              </a:solidFill>
              <a:latin typeface="Outfit"/>
              <a:ea typeface="Outfit"/>
              <a:cs typeface="Outfit"/>
              <a:sym typeface="Outfit"/>
            </a:endParaRPr>
          </a:p>
          <a:p>
            <a:pPr indent="0" lvl="0" marL="0" rtl="0" algn="l">
              <a:spcBef>
                <a:spcPts val="0"/>
              </a:spcBef>
              <a:spcAft>
                <a:spcPts val="0"/>
              </a:spcAft>
              <a:buClr>
                <a:schemeClr val="dk1"/>
              </a:buClr>
              <a:buSzPts val="1100"/>
              <a:buFont typeface="Arial"/>
              <a:buNone/>
            </a:pPr>
            <a:r>
              <a:rPr lang="en" sz="2000">
                <a:solidFill>
                  <a:schemeClr val="lt1"/>
                </a:solidFill>
                <a:latin typeface="Outfit"/>
                <a:ea typeface="Outfit"/>
                <a:cs typeface="Outfit"/>
                <a:sym typeface="Outfit"/>
              </a:rPr>
              <a:t>Baumgardt, H., Sollima, A., Hilker, M., et al. 2023 Galactic Globular Cluster Database, Version 4, Online database. https://people.smp.uq.edu.au/HolgerBaumgardt/globular/</a:t>
            </a:r>
            <a:endParaRPr sz="2000">
              <a:solidFill>
                <a:schemeClr val="lt1"/>
              </a:solidFill>
              <a:latin typeface="Outfit"/>
              <a:ea typeface="Outfit"/>
              <a:cs typeface="Outfit"/>
              <a:sym typeface="Outfit"/>
            </a:endParaRPr>
          </a:p>
          <a:p>
            <a:pPr indent="0" lvl="0" marL="0" rtl="0" algn="l">
              <a:spcBef>
                <a:spcPts val="0"/>
              </a:spcBef>
              <a:spcAft>
                <a:spcPts val="0"/>
              </a:spcAft>
              <a:buClr>
                <a:schemeClr val="dk1"/>
              </a:buClr>
              <a:buSzPts val="1100"/>
              <a:buFont typeface="Arial"/>
              <a:buNone/>
            </a:pPr>
            <a:r>
              <a:t/>
            </a:r>
            <a:endParaRPr i="1" sz="2000">
              <a:solidFill>
                <a:schemeClr val="lt1"/>
              </a:solidFill>
              <a:latin typeface="Outfit"/>
              <a:ea typeface="Outfit"/>
              <a:cs typeface="Outfit"/>
              <a:sym typeface="Outfit"/>
            </a:endParaRPr>
          </a:p>
          <a:p>
            <a:pPr indent="0" lvl="0" marL="0" rtl="0" algn="l">
              <a:spcBef>
                <a:spcPts val="0"/>
              </a:spcBef>
              <a:spcAft>
                <a:spcPts val="0"/>
              </a:spcAft>
              <a:buClr>
                <a:schemeClr val="dk1"/>
              </a:buClr>
              <a:buSzPts val="1100"/>
              <a:buFont typeface="Arial"/>
              <a:buNone/>
            </a:pPr>
            <a:r>
              <a:rPr i="1" lang="en" sz="2000">
                <a:solidFill>
                  <a:schemeClr val="lt1"/>
                </a:solidFill>
                <a:latin typeface="Outfit"/>
                <a:ea typeface="Outfit"/>
                <a:cs typeface="Outfit"/>
                <a:sym typeface="Outfit"/>
              </a:rPr>
              <a:t>Stetson, P. B. 1987, Publications of the Astronomical Society of the Pacific, 99, 191, doi: 10.1086/131977</a:t>
            </a:r>
            <a:endParaRPr i="1" sz="2000">
              <a:solidFill>
                <a:schemeClr val="lt1"/>
              </a:solidFill>
              <a:latin typeface="Outfit"/>
              <a:ea typeface="Outfit"/>
              <a:cs typeface="Outfit"/>
              <a:sym typeface="Outfit"/>
            </a:endParaRPr>
          </a:p>
        </p:txBody>
      </p:sp>
      <p:pic>
        <p:nvPicPr>
          <p:cNvPr id="75" name="Google Shape;75;p13"/>
          <p:cNvPicPr preferRelativeResize="0"/>
          <p:nvPr/>
        </p:nvPicPr>
        <p:blipFill>
          <a:blip r:embed="rId9">
            <a:alphaModFix/>
          </a:blip>
          <a:stretch>
            <a:fillRect/>
          </a:stretch>
        </p:blipFill>
        <p:spPr>
          <a:xfrm>
            <a:off x="4287175" y="17272579"/>
            <a:ext cx="3916101" cy="2916068"/>
          </a:xfrm>
          <a:prstGeom prst="rect">
            <a:avLst/>
          </a:prstGeom>
          <a:solidFill>
            <a:srgbClr val="000000"/>
          </a:solidFill>
          <a:ln cap="flat" cmpd="sng" w="9525">
            <a:solidFill>
              <a:srgbClr val="674EA7"/>
            </a:solidFill>
            <a:prstDash val="solid"/>
            <a:round/>
            <a:headEnd len="sm" w="sm" type="none"/>
            <a:tailEnd len="sm" w="sm" type="none"/>
          </a:ln>
        </p:spPr>
      </p:pic>
      <p:sp>
        <p:nvSpPr>
          <p:cNvPr id="76" name="Google Shape;76;p13"/>
          <p:cNvSpPr txBox="1"/>
          <p:nvPr/>
        </p:nvSpPr>
        <p:spPr>
          <a:xfrm>
            <a:off x="15640050" y="4511150"/>
            <a:ext cx="8039100" cy="9576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5000">
                <a:solidFill>
                  <a:srgbClr val="FFFFFF"/>
                </a:solidFill>
                <a:latin typeface="Outfit"/>
                <a:ea typeface="Outfit"/>
                <a:cs typeface="Outfit"/>
                <a:sym typeface="Outfit"/>
              </a:rPr>
              <a:t>Abstract</a:t>
            </a:r>
            <a:endParaRPr sz="5000">
              <a:solidFill>
                <a:srgbClr val="FFFFFF"/>
              </a:solidFill>
              <a:latin typeface="Outfit"/>
              <a:ea typeface="Outfit"/>
              <a:cs typeface="Outfit"/>
              <a:sym typeface="Outfit"/>
            </a:endParaRPr>
          </a:p>
        </p:txBody>
      </p:sp>
      <p:sp>
        <p:nvSpPr>
          <p:cNvPr id="77" name="Google Shape;77;p13"/>
          <p:cNvSpPr txBox="1"/>
          <p:nvPr/>
        </p:nvSpPr>
        <p:spPr>
          <a:xfrm>
            <a:off x="28270200" y="10605407"/>
            <a:ext cx="9499200" cy="10096500"/>
          </a:xfrm>
          <a:prstGeom prst="rect">
            <a:avLst/>
          </a:prstGeom>
          <a:noFill/>
          <a:ln>
            <a:noFill/>
          </a:ln>
        </p:spPr>
        <p:txBody>
          <a:bodyPr anchorCtr="0" anchor="t" bIns="91425" lIns="91425" spcFirstLastPara="1" rIns="91425" wrap="square" tIns="91425">
            <a:noAutofit/>
          </a:bodyPr>
          <a:lstStyle/>
          <a:p>
            <a:pPr indent="457200" lvl="0" marL="0" rtl="0" algn="just">
              <a:spcBef>
                <a:spcPts val="0"/>
              </a:spcBef>
              <a:spcAft>
                <a:spcPts val="0"/>
              </a:spcAft>
              <a:buClr>
                <a:schemeClr val="dk1"/>
              </a:buClr>
              <a:buSzPts val="1100"/>
              <a:buFont typeface="Arial"/>
              <a:buNone/>
            </a:pPr>
            <a:r>
              <a:rPr lang="en" sz="3000">
                <a:solidFill>
                  <a:schemeClr val="lt1"/>
                </a:solidFill>
                <a:latin typeface="Outfit"/>
                <a:ea typeface="Outfit"/>
                <a:cs typeface="Outfit"/>
                <a:sym typeface="Outfit"/>
              </a:rPr>
              <a:t>The best fit isochrones to M2 and M15 indicate ages of 12.589 Gyr and 12.5 Gyr, respectively. The Holger Baumgardt cluster database reports ages of 11.5 Gyr and 12.7 Gyr for M2 and M15, respectively. </a:t>
            </a:r>
            <a:endParaRPr sz="3000">
              <a:solidFill>
                <a:schemeClr val="lt1"/>
              </a:solidFill>
              <a:latin typeface="Outfit"/>
              <a:ea typeface="Outfit"/>
              <a:cs typeface="Outfit"/>
              <a:sym typeface="Outfit"/>
            </a:endParaRPr>
          </a:p>
          <a:p>
            <a:pPr indent="457200" lvl="0" marL="0" rtl="0" algn="just">
              <a:spcBef>
                <a:spcPts val="0"/>
              </a:spcBef>
              <a:spcAft>
                <a:spcPts val="0"/>
              </a:spcAft>
              <a:buClr>
                <a:schemeClr val="dk1"/>
              </a:buClr>
              <a:buSzPts val="1100"/>
              <a:buFont typeface="Arial"/>
              <a:buNone/>
            </a:pPr>
            <a:r>
              <a:t/>
            </a:r>
            <a:endParaRPr sz="3000">
              <a:solidFill>
                <a:schemeClr val="lt1"/>
              </a:solidFill>
              <a:latin typeface="Outfit"/>
              <a:ea typeface="Outfit"/>
              <a:cs typeface="Outfit"/>
              <a:sym typeface="Outfit"/>
            </a:endParaRPr>
          </a:p>
          <a:p>
            <a:pPr indent="457200" lvl="0" marL="0" rtl="0" algn="just">
              <a:spcBef>
                <a:spcPts val="0"/>
              </a:spcBef>
              <a:spcAft>
                <a:spcPts val="0"/>
              </a:spcAft>
              <a:buClr>
                <a:schemeClr val="dk1"/>
              </a:buClr>
              <a:buSzPts val="1100"/>
              <a:buFont typeface="Arial"/>
              <a:buNone/>
            </a:pPr>
            <a:r>
              <a:rPr lang="en" sz="3000">
                <a:solidFill>
                  <a:schemeClr val="lt1"/>
                </a:solidFill>
                <a:latin typeface="Outfit"/>
                <a:ea typeface="Outfit"/>
                <a:cs typeface="Outfit"/>
                <a:sym typeface="Outfit"/>
              </a:rPr>
              <a:t>One possible explanation for this difference is that we did not differentiate between sources in the cluster and those in the foreground/background. Therefore, it is possible that stars outside the cluster biased our isochrone fitting. Another explanation is that these clusters are both relatively dense, so it is likely that sources towards the center of the cluster overlapped and counted as a single source. Finally, our detection methods were biased towards bright stars, which correspond to the upper end of the CMD. This limited the available data for isochrone fitting, which can be seen in the difference between our CMDs and the Holger Baumgardt data.</a:t>
            </a:r>
            <a:endParaRPr sz="3000">
              <a:solidFill>
                <a:schemeClr val="lt1"/>
              </a:solidFill>
              <a:latin typeface="Outfit"/>
              <a:ea typeface="Outfit"/>
              <a:cs typeface="Outfit"/>
              <a:sym typeface="Outfit"/>
            </a:endParaRPr>
          </a:p>
          <a:p>
            <a:pPr indent="457200" lvl="0" marL="0" rtl="0" algn="just">
              <a:spcBef>
                <a:spcPts val="0"/>
              </a:spcBef>
              <a:spcAft>
                <a:spcPts val="0"/>
              </a:spcAft>
              <a:buClr>
                <a:schemeClr val="dk1"/>
              </a:buClr>
              <a:buSzPts val="1100"/>
              <a:buFont typeface="Arial"/>
              <a:buNone/>
            </a:pPr>
            <a:r>
              <a:t/>
            </a:r>
            <a:endParaRPr sz="3000">
              <a:solidFill>
                <a:schemeClr val="lt1"/>
              </a:solidFill>
              <a:latin typeface="Outfit"/>
              <a:ea typeface="Outfit"/>
              <a:cs typeface="Outfit"/>
              <a:sym typeface="Outfit"/>
            </a:endParaRPr>
          </a:p>
          <a:p>
            <a:pPr indent="457200" lvl="0" marL="0" rtl="0" algn="just">
              <a:spcBef>
                <a:spcPts val="0"/>
              </a:spcBef>
              <a:spcAft>
                <a:spcPts val="0"/>
              </a:spcAft>
              <a:buClr>
                <a:schemeClr val="dk1"/>
              </a:buClr>
              <a:buSzPts val="1100"/>
              <a:buFont typeface="Arial"/>
              <a:buNone/>
            </a:pPr>
            <a:r>
              <a:rPr lang="en" sz="3000">
                <a:solidFill>
                  <a:schemeClr val="lt1"/>
                </a:solidFill>
                <a:latin typeface="Outfit"/>
                <a:ea typeface="Outfit"/>
                <a:cs typeface="Outfit"/>
                <a:sym typeface="Outfit"/>
              </a:rPr>
              <a:t>Nevertheless, these observations demonstrate the effectiveness of the Livingston-Stark Observatory in collecting accurate science data.</a:t>
            </a:r>
            <a:endParaRPr sz="3000">
              <a:solidFill>
                <a:schemeClr val="lt1"/>
              </a:solidFill>
              <a:latin typeface="Outfit"/>
              <a:ea typeface="Outfit"/>
              <a:cs typeface="Outfit"/>
              <a:sym typeface="Outfit"/>
            </a:endParaRPr>
          </a:p>
        </p:txBody>
      </p:sp>
      <p:pic>
        <p:nvPicPr>
          <p:cNvPr id="78" name="Google Shape;78;p13" title="sky_subtracted_images.png"/>
          <p:cNvPicPr preferRelativeResize="0"/>
          <p:nvPr/>
        </p:nvPicPr>
        <p:blipFill rotWithShape="1">
          <a:blip r:embed="rId10">
            <a:alphaModFix/>
          </a:blip>
          <a:srcRect b="71774" l="12660" r="1333" t="2134"/>
          <a:stretch/>
        </p:blipFill>
        <p:spPr>
          <a:xfrm>
            <a:off x="12896454" y="15500945"/>
            <a:ext cx="6706110" cy="4980402"/>
          </a:xfrm>
          <a:prstGeom prst="rect">
            <a:avLst/>
          </a:prstGeom>
          <a:noFill/>
          <a:ln>
            <a:noFill/>
          </a:ln>
        </p:spPr>
      </p:pic>
      <p:pic>
        <p:nvPicPr>
          <p:cNvPr id="79" name="Google Shape;79;p13"/>
          <p:cNvPicPr preferRelativeResize="0"/>
          <p:nvPr/>
        </p:nvPicPr>
        <p:blipFill>
          <a:blip r:embed="rId11">
            <a:alphaModFix/>
          </a:blip>
          <a:stretch>
            <a:fillRect/>
          </a:stretch>
        </p:blipFill>
        <p:spPr>
          <a:xfrm>
            <a:off x="12896483" y="20723041"/>
            <a:ext cx="6706083" cy="4911833"/>
          </a:xfrm>
          <a:prstGeom prst="rect">
            <a:avLst/>
          </a:prstGeom>
          <a:solidFill>
            <a:srgbClr val="0B5394"/>
          </a:solidFill>
          <a:ln cap="flat" cmpd="sng" w="12275">
            <a:solidFill>
              <a:srgbClr val="0B5394"/>
            </a:solidFill>
            <a:prstDash val="solid"/>
            <a:round/>
            <a:headEnd len="sm" w="sm" type="none"/>
            <a:tailEnd len="sm" w="sm" type="none"/>
          </a:ln>
        </p:spPr>
      </p:pic>
      <p:sp>
        <p:nvSpPr>
          <p:cNvPr id="80" name="Google Shape;80;p13"/>
          <p:cNvSpPr txBox="1"/>
          <p:nvPr/>
        </p:nvSpPr>
        <p:spPr>
          <a:xfrm>
            <a:off x="18255058" y="19424249"/>
            <a:ext cx="1092600" cy="777000"/>
          </a:xfrm>
          <a:prstGeom prst="rect">
            <a:avLst/>
          </a:prstGeom>
          <a:noFill/>
          <a:ln>
            <a:noFill/>
          </a:ln>
        </p:spPr>
        <p:txBody>
          <a:bodyPr anchorCtr="0" anchor="t" bIns="103975" lIns="103975" spcFirstLastPara="1" rIns="103975" wrap="square" tIns="103975">
            <a:noAutofit/>
          </a:bodyPr>
          <a:lstStyle/>
          <a:p>
            <a:pPr indent="0" lvl="0" marL="0" rtl="0" algn="just">
              <a:spcBef>
                <a:spcPts val="0"/>
              </a:spcBef>
              <a:spcAft>
                <a:spcPts val="0"/>
              </a:spcAft>
              <a:buNone/>
            </a:pPr>
            <a:r>
              <a:rPr lang="en" sz="3412">
                <a:solidFill>
                  <a:schemeClr val="lt1"/>
                </a:solidFill>
                <a:latin typeface="Outfit"/>
                <a:ea typeface="Outfit"/>
                <a:cs typeface="Outfit"/>
                <a:sym typeface="Outfit"/>
              </a:rPr>
              <a:t>M2</a:t>
            </a:r>
            <a:endParaRPr sz="3412">
              <a:solidFill>
                <a:schemeClr val="lt1"/>
              </a:solidFill>
              <a:latin typeface="Outfit"/>
              <a:ea typeface="Outfit"/>
              <a:cs typeface="Outfit"/>
              <a:sym typeface="Outfit"/>
            </a:endParaRPr>
          </a:p>
        </p:txBody>
      </p:sp>
      <p:pic>
        <p:nvPicPr>
          <p:cNvPr id="81" name="Google Shape;81;p13" title="science_g.png"/>
          <p:cNvPicPr preferRelativeResize="0"/>
          <p:nvPr/>
        </p:nvPicPr>
        <p:blipFill>
          <a:blip r:embed="rId12">
            <a:alphaModFix/>
          </a:blip>
          <a:stretch>
            <a:fillRect/>
          </a:stretch>
        </p:blipFill>
        <p:spPr>
          <a:xfrm>
            <a:off x="19798750" y="15483750"/>
            <a:ext cx="6489150" cy="4980400"/>
          </a:xfrm>
          <a:prstGeom prst="rect">
            <a:avLst/>
          </a:prstGeom>
          <a:noFill/>
          <a:ln>
            <a:noFill/>
          </a:ln>
        </p:spPr>
      </p:pic>
      <p:sp>
        <p:nvSpPr>
          <p:cNvPr id="82" name="Google Shape;82;p13"/>
          <p:cNvSpPr txBox="1"/>
          <p:nvPr/>
        </p:nvSpPr>
        <p:spPr>
          <a:xfrm>
            <a:off x="24920939" y="19383188"/>
            <a:ext cx="1080600" cy="768600"/>
          </a:xfrm>
          <a:prstGeom prst="rect">
            <a:avLst/>
          </a:prstGeom>
          <a:noFill/>
          <a:ln>
            <a:noFill/>
          </a:ln>
        </p:spPr>
        <p:txBody>
          <a:bodyPr anchorCtr="0" anchor="t" bIns="102850" lIns="102850" spcFirstLastPara="1" rIns="102850" wrap="square" tIns="102850">
            <a:noAutofit/>
          </a:bodyPr>
          <a:lstStyle/>
          <a:p>
            <a:pPr indent="0" lvl="0" marL="0" rtl="0" algn="just">
              <a:spcBef>
                <a:spcPts val="0"/>
              </a:spcBef>
              <a:spcAft>
                <a:spcPts val="0"/>
              </a:spcAft>
              <a:buNone/>
            </a:pPr>
            <a:r>
              <a:rPr lang="en" sz="3375">
                <a:solidFill>
                  <a:schemeClr val="lt1"/>
                </a:solidFill>
                <a:latin typeface="Outfit"/>
                <a:ea typeface="Outfit"/>
                <a:cs typeface="Outfit"/>
                <a:sym typeface="Outfit"/>
              </a:rPr>
              <a:t>M15</a:t>
            </a:r>
            <a:endParaRPr sz="3375">
              <a:solidFill>
                <a:schemeClr val="lt1"/>
              </a:solidFill>
              <a:latin typeface="Outfit"/>
              <a:ea typeface="Outfit"/>
              <a:cs typeface="Outfit"/>
              <a:sym typeface="Outfit"/>
            </a:endParaRPr>
          </a:p>
        </p:txBody>
      </p:sp>
      <p:sp>
        <p:nvSpPr>
          <p:cNvPr id="83" name="Google Shape;83;p13"/>
          <p:cNvSpPr txBox="1"/>
          <p:nvPr/>
        </p:nvSpPr>
        <p:spPr>
          <a:xfrm>
            <a:off x="28901850" y="24870075"/>
            <a:ext cx="8235900" cy="768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800">
                <a:solidFill>
                  <a:schemeClr val="lt1"/>
                </a:solidFill>
                <a:latin typeface="Outfit"/>
                <a:ea typeface="Outfit"/>
                <a:cs typeface="Outfit"/>
                <a:sym typeface="Outfit"/>
              </a:rPr>
              <a:t>Color-magnitude diagrams of M2 (left) and M15 (right). Data retrieved from Baugardt et al. “</a:t>
            </a:r>
            <a:r>
              <a:rPr lang="en" sz="2000">
                <a:solidFill>
                  <a:schemeClr val="lt1"/>
                </a:solidFill>
                <a:latin typeface="Outfit"/>
                <a:ea typeface="Outfit"/>
                <a:cs typeface="Outfit"/>
                <a:sym typeface="Outfit"/>
              </a:rPr>
              <a:t>Galactic Globular Cluster Database</a:t>
            </a:r>
            <a:r>
              <a:rPr lang="en" sz="1800">
                <a:solidFill>
                  <a:schemeClr val="lt1"/>
                </a:solidFill>
                <a:latin typeface="Outfit"/>
                <a:ea typeface="Outfit"/>
                <a:cs typeface="Outfit"/>
                <a:sym typeface="Outfit"/>
              </a:rPr>
              <a:t>” (2023)</a:t>
            </a:r>
            <a:endParaRPr sz="1800">
              <a:solidFill>
                <a:schemeClr val="lt1"/>
              </a:solidFill>
              <a:latin typeface="Outfit"/>
              <a:ea typeface="Outfit"/>
              <a:cs typeface="Outfit"/>
              <a:sym typeface="Outfit"/>
            </a:endParaRPr>
          </a:p>
        </p:txBody>
      </p:sp>
      <p:pic>
        <p:nvPicPr>
          <p:cNvPr id="84" name="Google Shape;84;p13" title="poster_cmd.png"/>
          <p:cNvPicPr preferRelativeResize="0"/>
          <p:nvPr/>
        </p:nvPicPr>
        <p:blipFill>
          <a:blip r:embed="rId13">
            <a:alphaModFix/>
          </a:blip>
          <a:stretch>
            <a:fillRect/>
          </a:stretch>
        </p:blipFill>
        <p:spPr>
          <a:xfrm>
            <a:off x="19798749" y="20716650"/>
            <a:ext cx="6489148" cy="4924631"/>
          </a:xfrm>
          <a:prstGeom prst="rect">
            <a:avLst/>
          </a:prstGeom>
          <a:noFill/>
          <a:ln>
            <a:noFill/>
          </a:ln>
        </p:spPr>
      </p:pic>
      <p:sp>
        <p:nvSpPr>
          <p:cNvPr id="85" name="Google Shape;85;p13"/>
          <p:cNvSpPr txBox="1"/>
          <p:nvPr/>
        </p:nvSpPr>
        <p:spPr>
          <a:xfrm>
            <a:off x="12896400" y="25650584"/>
            <a:ext cx="13391400" cy="768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800">
                <a:solidFill>
                  <a:schemeClr val="lt1"/>
                </a:solidFill>
                <a:latin typeface="Outfit"/>
                <a:ea typeface="Outfit"/>
                <a:cs typeface="Outfit"/>
                <a:sym typeface="Outfit"/>
              </a:rPr>
              <a:t>Color-magnitude diagrams of M2 (left) and M15 (right). Each plot </a:t>
            </a:r>
            <a:r>
              <a:rPr lang="en" sz="1800">
                <a:solidFill>
                  <a:schemeClr val="lt1"/>
                </a:solidFill>
                <a:latin typeface="Outfit"/>
                <a:ea typeface="Outfit"/>
                <a:cs typeface="Outfit"/>
                <a:sym typeface="Outfit"/>
              </a:rPr>
              <a:t>shows matched sources (blue points) and the best-fitting isochrone (red) for the given cluster.</a:t>
            </a:r>
            <a:endParaRPr sz="1800">
              <a:solidFill>
                <a:schemeClr val="lt1"/>
              </a:solidFill>
              <a:latin typeface="Outfit"/>
              <a:ea typeface="Outfit"/>
              <a:cs typeface="Outfit"/>
              <a:sym typeface="Outfit"/>
            </a:endParaRP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